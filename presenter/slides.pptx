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6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1620000" y="216000"/>
            <a:ext cx="8099640" cy="935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  <a:tabLst>
                <a:tab pos="0" algn="l"/>
              </a:tabLst>
            </a:pPr>
            <a:endParaRPr lang="en-US" sz="33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1620000" y="1368000"/>
            <a:ext cx="809964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spcAft>
                <a:spcPts val="1060"/>
              </a:spcAft>
              <a:buNone/>
            </a:pP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11F7F72-BA24-48C4-A73A-6C87F158920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1620000" y="216000"/>
            <a:ext cx="8099640" cy="935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  <a:tabLst>
                <a:tab pos="0" algn="l"/>
              </a:tabLst>
            </a:pPr>
            <a:endParaRPr lang="en-US" sz="33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 type="subTitle"/>
          </p:nvPr>
        </p:nvSpPr>
        <p:spPr>
          <a:xfrm>
            <a:off x="1620000" y="1368000"/>
            <a:ext cx="809964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97F817F-A273-4ECA-B8E9-4D0294DAA73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"/>
          <p:cNvGrpSpPr/>
          <p:nvPr/>
        </p:nvGrpSpPr>
        <p:grpSpPr>
          <a:xfrm>
            <a:off x="358920" y="36000"/>
            <a:ext cx="1080720" cy="5795640"/>
            <a:chOff x="358920" y="36000"/>
            <a:chExt cx="1080720" cy="5795640"/>
          </a:xfrm>
        </p:grpSpPr>
        <p:cxnSp>
          <p:nvCxnSpPr>
            <p:cNvPr id="3" name=""/>
            <p:cNvCxnSpPr>
              <a:stCxn id="4" idx="6"/>
              <a:endCxn id="5" idx="2"/>
            </p:cNvCxnSpPr>
            <p:nvPr/>
          </p:nvCxnSpPr>
          <p:spPr>
            <a:xfrm>
              <a:off x="625680" y="126000"/>
              <a:ext cx="548640" cy="360"/>
            </a:xfrm>
            <a:prstGeom prst="bentConnector2">
              <a:avLst/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6" name=""/>
            <p:cNvCxnSpPr>
              <a:stCxn id="7" idx="6"/>
              <a:endCxn id="8" idx="2"/>
            </p:cNvCxnSpPr>
            <p:nvPr/>
          </p:nvCxnSpPr>
          <p:spPr>
            <a:xfrm>
              <a:off x="539640" y="342000"/>
              <a:ext cx="720720" cy="360"/>
            </a:xfrm>
            <a:prstGeom prst="bentConnector2">
              <a:avLst/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9" name=""/>
            <p:cNvCxnSpPr>
              <a:stCxn id="10" idx="6"/>
              <a:endCxn id="11" idx="2"/>
            </p:cNvCxnSpPr>
            <p:nvPr/>
          </p:nvCxnSpPr>
          <p:spPr>
            <a:xfrm>
              <a:off x="625680" y="558000"/>
              <a:ext cx="548640" cy="360"/>
            </a:xfrm>
            <a:prstGeom prst="bentConnector2">
              <a:avLst/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12" name=""/>
            <p:cNvCxnSpPr>
              <a:stCxn id="13" idx="6"/>
              <a:endCxn id="14" idx="2"/>
            </p:cNvCxnSpPr>
            <p:nvPr/>
          </p:nvCxnSpPr>
          <p:spPr>
            <a:xfrm>
              <a:off x="850680" y="774000"/>
              <a:ext cx="98640" cy="360"/>
            </a:xfrm>
            <a:prstGeom prst="bentConnector2">
              <a:avLst/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15" name=""/>
            <p:cNvCxnSpPr>
              <a:stCxn id="16" idx="6"/>
              <a:endCxn id="17" idx="2"/>
            </p:cNvCxnSpPr>
            <p:nvPr/>
          </p:nvCxnSpPr>
          <p:spPr>
            <a:xfrm>
              <a:off x="850680" y="990000"/>
              <a:ext cx="98640" cy="360"/>
            </a:xfrm>
            <a:prstGeom prst="bentConnector2">
              <a:avLst/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18" name=""/>
            <p:cNvCxnSpPr>
              <a:stCxn id="19" idx="6"/>
              <a:endCxn id="20" idx="2"/>
            </p:cNvCxnSpPr>
            <p:nvPr/>
          </p:nvCxnSpPr>
          <p:spPr>
            <a:xfrm rot="10800000">
              <a:off x="624240" y="1206000"/>
              <a:ext cx="548640" cy="360"/>
            </a:xfrm>
            <a:prstGeom prst="bentConnector2">
              <a:avLst/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21" name=""/>
            <p:cNvCxnSpPr>
              <a:stCxn id="22" idx="6"/>
              <a:endCxn id="23" idx="2"/>
            </p:cNvCxnSpPr>
            <p:nvPr/>
          </p:nvCxnSpPr>
          <p:spPr>
            <a:xfrm rot="10800000">
              <a:off x="538200" y="1422000"/>
              <a:ext cx="720720" cy="360"/>
            </a:xfrm>
            <a:prstGeom prst="bentConnector2">
              <a:avLst/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24" name=""/>
            <p:cNvCxnSpPr>
              <a:stCxn id="25" idx="6"/>
              <a:endCxn id="26" idx="2"/>
            </p:cNvCxnSpPr>
            <p:nvPr/>
          </p:nvCxnSpPr>
          <p:spPr>
            <a:xfrm rot="10800000">
              <a:off x="624240" y="1638000"/>
              <a:ext cx="548640" cy="360"/>
            </a:xfrm>
            <a:prstGeom prst="bentConnector2">
              <a:avLst/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27" name=""/>
            <p:cNvCxnSpPr>
              <a:stCxn id="28" idx="6"/>
              <a:endCxn id="29" idx="2"/>
            </p:cNvCxnSpPr>
            <p:nvPr/>
          </p:nvCxnSpPr>
          <p:spPr>
            <a:xfrm rot="10800000">
              <a:off x="849240" y="1854000"/>
              <a:ext cx="98640" cy="360"/>
            </a:xfrm>
            <a:prstGeom prst="bentConnector2">
              <a:avLst/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30" name=""/>
            <p:cNvCxnSpPr>
              <a:stCxn id="31" idx="6"/>
              <a:endCxn id="32" idx="2"/>
            </p:cNvCxnSpPr>
            <p:nvPr/>
          </p:nvCxnSpPr>
          <p:spPr>
            <a:xfrm rot="10800000">
              <a:off x="849240" y="2070000"/>
              <a:ext cx="98640" cy="360"/>
            </a:xfrm>
            <a:prstGeom prst="bentConnector2">
              <a:avLst/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33" name=""/>
            <p:cNvCxnSpPr>
              <a:stCxn id="34" idx="6"/>
              <a:endCxn id="35" idx="2"/>
            </p:cNvCxnSpPr>
            <p:nvPr/>
          </p:nvCxnSpPr>
          <p:spPr>
            <a:xfrm>
              <a:off x="625680" y="2286000"/>
              <a:ext cx="548640" cy="360"/>
            </a:xfrm>
            <a:prstGeom prst="bentConnector2">
              <a:avLst/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36" name=""/>
            <p:cNvCxnSpPr>
              <a:stCxn id="37" idx="6"/>
              <a:endCxn id="38" idx="2"/>
            </p:cNvCxnSpPr>
            <p:nvPr/>
          </p:nvCxnSpPr>
          <p:spPr>
            <a:xfrm>
              <a:off x="539640" y="2502000"/>
              <a:ext cx="720720" cy="360"/>
            </a:xfrm>
            <a:prstGeom prst="bentConnector2">
              <a:avLst/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39" name=""/>
            <p:cNvCxnSpPr>
              <a:stCxn id="40" idx="6"/>
              <a:endCxn id="41" idx="2"/>
            </p:cNvCxnSpPr>
            <p:nvPr/>
          </p:nvCxnSpPr>
          <p:spPr>
            <a:xfrm>
              <a:off x="625680" y="2718000"/>
              <a:ext cx="548640" cy="360"/>
            </a:xfrm>
            <a:prstGeom prst="bentConnector2">
              <a:avLst/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42" name=""/>
            <p:cNvCxnSpPr>
              <a:stCxn id="43" idx="6"/>
              <a:endCxn id="44" idx="2"/>
            </p:cNvCxnSpPr>
            <p:nvPr/>
          </p:nvCxnSpPr>
          <p:spPr>
            <a:xfrm>
              <a:off x="850680" y="2934000"/>
              <a:ext cx="98640" cy="360"/>
            </a:xfrm>
            <a:prstGeom prst="bentConnector2">
              <a:avLst/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45" name=""/>
            <p:cNvCxnSpPr>
              <a:stCxn id="46" idx="6"/>
              <a:endCxn id="47" idx="2"/>
            </p:cNvCxnSpPr>
            <p:nvPr/>
          </p:nvCxnSpPr>
          <p:spPr>
            <a:xfrm>
              <a:off x="850680" y="3150000"/>
              <a:ext cx="98640" cy="360"/>
            </a:xfrm>
            <a:prstGeom prst="bentConnector2">
              <a:avLst/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48" name=""/>
            <p:cNvCxnSpPr>
              <a:stCxn id="49" idx="6"/>
              <a:endCxn id="50" idx="2"/>
            </p:cNvCxnSpPr>
            <p:nvPr/>
          </p:nvCxnSpPr>
          <p:spPr>
            <a:xfrm rot="10800000">
              <a:off x="624240" y="3366000"/>
              <a:ext cx="548640" cy="360"/>
            </a:xfrm>
            <a:prstGeom prst="bentConnector2">
              <a:avLst/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51" name=""/>
            <p:cNvCxnSpPr>
              <a:stCxn id="52" idx="6"/>
              <a:endCxn id="53" idx="2"/>
            </p:cNvCxnSpPr>
            <p:nvPr/>
          </p:nvCxnSpPr>
          <p:spPr>
            <a:xfrm rot="10800000">
              <a:off x="538200" y="3582000"/>
              <a:ext cx="720720" cy="360"/>
            </a:xfrm>
            <a:prstGeom prst="bentConnector2">
              <a:avLst/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54" name=""/>
            <p:cNvCxnSpPr>
              <a:stCxn id="55" idx="6"/>
              <a:endCxn id="56" idx="2"/>
            </p:cNvCxnSpPr>
            <p:nvPr/>
          </p:nvCxnSpPr>
          <p:spPr>
            <a:xfrm rot="10800000">
              <a:off x="624240" y="3798000"/>
              <a:ext cx="548640" cy="360"/>
            </a:xfrm>
            <a:prstGeom prst="bentConnector2">
              <a:avLst/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57" name=""/>
            <p:cNvCxnSpPr>
              <a:stCxn id="58" idx="6"/>
              <a:endCxn id="59" idx="2"/>
            </p:cNvCxnSpPr>
            <p:nvPr/>
          </p:nvCxnSpPr>
          <p:spPr>
            <a:xfrm rot="10800000">
              <a:off x="849240" y="4014000"/>
              <a:ext cx="98640" cy="360"/>
            </a:xfrm>
            <a:prstGeom prst="bentConnector2">
              <a:avLst/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60" name=""/>
            <p:cNvCxnSpPr>
              <a:stCxn id="61" idx="6"/>
              <a:endCxn id="62" idx="2"/>
            </p:cNvCxnSpPr>
            <p:nvPr/>
          </p:nvCxnSpPr>
          <p:spPr>
            <a:xfrm rot="10800000">
              <a:off x="849240" y="4230000"/>
              <a:ext cx="98640" cy="360"/>
            </a:xfrm>
            <a:prstGeom prst="bentConnector2">
              <a:avLst/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63" name=""/>
            <p:cNvCxnSpPr>
              <a:stCxn id="64" idx="6"/>
              <a:endCxn id="65" idx="2"/>
            </p:cNvCxnSpPr>
            <p:nvPr/>
          </p:nvCxnSpPr>
          <p:spPr>
            <a:xfrm>
              <a:off x="625680" y="4446000"/>
              <a:ext cx="548640" cy="360"/>
            </a:xfrm>
            <a:prstGeom prst="bentConnector2">
              <a:avLst/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66" name=""/>
            <p:cNvCxnSpPr>
              <a:stCxn id="67" idx="6"/>
              <a:endCxn id="68" idx="2"/>
            </p:cNvCxnSpPr>
            <p:nvPr/>
          </p:nvCxnSpPr>
          <p:spPr>
            <a:xfrm>
              <a:off x="539640" y="4662000"/>
              <a:ext cx="720720" cy="360"/>
            </a:xfrm>
            <a:prstGeom prst="bentConnector2">
              <a:avLst/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69" name=""/>
            <p:cNvCxnSpPr>
              <a:stCxn id="70" idx="6"/>
              <a:endCxn id="71" idx="2"/>
            </p:cNvCxnSpPr>
            <p:nvPr/>
          </p:nvCxnSpPr>
          <p:spPr>
            <a:xfrm>
              <a:off x="625680" y="4878000"/>
              <a:ext cx="548640" cy="360"/>
            </a:xfrm>
            <a:prstGeom prst="bentConnector2">
              <a:avLst/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72" name=""/>
            <p:cNvCxnSpPr>
              <a:stCxn id="73" idx="6"/>
              <a:endCxn id="74" idx="2"/>
            </p:cNvCxnSpPr>
            <p:nvPr/>
          </p:nvCxnSpPr>
          <p:spPr>
            <a:xfrm>
              <a:off x="850680" y="5094000"/>
              <a:ext cx="98640" cy="360"/>
            </a:xfrm>
            <a:prstGeom prst="bentConnector2">
              <a:avLst/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75" name=""/>
            <p:cNvCxnSpPr>
              <a:stCxn id="76" idx="6"/>
              <a:endCxn id="77" idx="2"/>
            </p:cNvCxnSpPr>
            <p:nvPr/>
          </p:nvCxnSpPr>
          <p:spPr>
            <a:xfrm>
              <a:off x="850680" y="5310000"/>
              <a:ext cx="98640" cy="360"/>
            </a:xfrm>
            <a:prstGeom prst="bentConnector2">
              <a:avLst/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78" name=""/>
            <p:cNvCxnSpPr>
              <a:stCxn id="79" idx="6"/>
              <a:endCxn id="80" idx="2"/>
            </p:cNvCxnSpPr>
            <p:nvPr/>
          </p:nvCxnSpPr>
          <p:spPr>
            <a:xfrm rot="10800000">
              <a:off x="624240" y="5526000"/>
              <a:ext cx="548640" cy="360"/>
            </a:xfrm>
            <a:prstGeom prst="bentConnector2">
              <a:avLst/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81" name=""/>
            <p:cNvCxnSpPr>
              <a:stCxn id="82" idx="6"/>
              <a:endCxn id="83" idx="2"/>
            </p:cNvCxnSpPr>
            <p:nvPr/>
          </p:nvCxnSpPr>
          <p:spPr>
            <a:xfrm rot="10800000">
              <a:off x="538200" y="5742000"/>
              <a:ext cx="720720" cy="360"/>
            </a:xfrm>
            <a:prstGeom prst="bentConnector2">
              <a:avLst/>
            </a:prstGeom>
            <a:ln w="18000">
              <a:solidFill>
                <a:srgbClr val="2A6099"/>
              </a:solidFill>
              <a:round/>
            </a:ln>
          </p:spPr>
        </p:cxnSp>
        <p:sp>
          <p:nvSpPr>
            <p:cNvPr id="4" name=""/>
            <p:cNvSpPr/>
            <p:nvPr/>
          </p:nvSpPr>
          <p:spPr>
            <a:xfrm>
              <a:off x="446040" y="36000"/>
              <a:ext cx="179640" cy="179640"/>
            </a:xfrm>
            <a:prstGeom prst="ellipse">
              <a:avLst/>
            </a:prstGeom>
            <a:solidFill>
              <a:srgbClr val="BCC2C9"/>
            </a:solidFill>
            <a:ln w="162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9280" tIns="44280" rIns="89280" bIns="4428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5" name=""/>
            <p:cNvSpPr/>
            <p:nvPr/>
          </p:nvSpPr>
          <p:spPr>
            <a:xfrm>
              <a:off x="1173960" y="36000"/>
              <a:ext cx="179640" cy="179640"/>
            </a:xfrm>
            <a:prstGeom prst="ellipse">
              <a:avLst/>
            </a:prstGeom>
            <a:solidFill>
              <a:srgbClr val="F2CDC4"/>
            </a:solidFill>
            <a:ln w="198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7" name=""/>
            <p:cNvSpPr/>
            <p:nvPr/>
          </p:nvSpPr>
          <p:spPr>
            <a:xfrm>
              <a:off x="360000" y="252000"/>
              <a:ext cx="179640" cy="179640"/>
            </a:xfrm>
            <a:prstGeom prst="ellipse">
              <a:avLst/>
            </a:prstGeom>
            <a:solidFill>
              <a:srgbClr val="C7CED6"/>
            </a:solidFill>
            <a:ln w="180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8" name=""/>
            <p:cNvSpPr/>
            <p:nvPr/>
          </p:nvSpPr>
          <p:spPr>
            <a:xfrm>
              <a:off x="1260000" y="252000"/>
              <a:ext cx="179640" cy="179640"/>
            </a:xfrm>
            <a:prstGeom prst="ellipse">
              <a:avLst/>
            </a:prstGeom>
            <a:solidFill>
              <a:srgbClr val="E6C2B9"/>
            </a:solidFill>
            <a:ln w="180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0" name=""/>
            <p:cNvSpPr/>
            <p:nvPr/>
          </p:nvSpPr>
          <p:spPr>
            <a:xfrm>
              <a:off x="446040" y="468000"/>
              <a:ext cx="179640" cy="179640"/>
            </a:xfrm>
            <a:prstGeom prst="ellipse">
              <a:avLst/>
            </a:prstGeom>
            <a:solidFill>
              <a:srgbClr val="D3DAE3"/>
            </a:solidFill>
            <a:ln w="198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1" name=""/>
            <p:cNvSpPr/>
            <p:nvPr/>
          </p:nvSpPr>
          <p:spPr>
            <a:xfrm>
              <a:off x="1173960" y="468000"/>
              <a:ext cx="179640" cy="179640"/>
            </a:xfrm>
            <a:prstGeom prst="ellipse">
              <a:avLst/>
            </a:prstGeom>
            <a:solidFill>
              <a:srgbClr val="D9B8AF"/>
            </a:solidFill>
            <a:ln w="162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9280" tIns="44280" rIns="89280" bIns="4428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3" name=""/>
            <p:cNvSpPr/>
            <p:nvPr/>
          </p:nvSpPr>
          <p:spPr>
            <a:xfrm>
              <a:off x="671040" y="684000"/>
              <a:ext cx="179640" cy="179640"/>
            </a:xfrm>
            <a:prstGeom prst="ellipse">
              <a:avLst/>
            </a:prstGeom>
            <a:solidFill>
              <a:srgbClr val="DEE6EF"/>
            </a:solidFill>
            <a:ln w="216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6800" rIns="90000" bIns="468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4" name=""/>
            <p:cNvSpPr/>
            <p:nvPr/>
          </p:nvSpPr>
          <p:spPr>
            <a:xfrm>
              <a:off x="948960" y="684000"/>
              <a:ext cx="179640" cy="179640"/>
            </a:xfrm>
            <a:prstGeom prst="ellipse">
              <a:avLst/>
            </a:prstGeom>
            <a:solidFill>
              <a:srgbClr val="CCADA5"/>
            </a:solidFill>
            <a:ln w="144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8200" tIns="43200" rIns="88200" bIns="432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7" name=""/>
            <p:cNvSpPr/>
            <p:nvPr/>
          </p:nvSpPr>
          <p:spPr>
            <a:xfrm>
              <a:off x="948960" y="900000"/>
              <a:ext cx="179640" cy="179640"/>
            </a:xfrm>
            <a:prstGeom prst="ellipse">
              <a:avLst/>
            </a:prstGeom>
            <a:solidFill>
              <a:srgbClr val="DEE6EF"/>
            </a:solidFill>
            <a:ln w="216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6800" rIns="90000" bIns="468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6" name=""/>
            <p:cNvSpPr/>
            <p:nvPr/>
          </p:nvSpPr>
          <p:spPr>
            <a:xfrm>
              <a:off x="671040" y="900000"/>
              <a:ext cx="179640" cy="179640"/>
            </a:xfrm>
            <a:prstGeom prst="ellipse">
              <a:avLst/>
            </a:prstGeom>
            <a:solidFill>
              <a:srgbClr val="CCADA5"/>
            </a:solidFill>
            <a:ln w="144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8200" tIns="43200" rIns="88200" bIns="432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9" name=""/>
            <p:cNvSpPr/>
            <p:nvPr/>
          </p:nvSpPr>
          <p:spPr>
            <a:xfrm flipH="1">
              <a:off x="1172520" y="1116000"/>
              <a:ext cx="179640" cy="179640"/>
            </a:xfrm>
            <a:prstGeom prst="ellipse">
              <a:avLst/>
            </a:prstGeom>
            <a:solidFill>
              <a:srgbClr val="D3DAE3"/>
            </a:solidFill>
            <a:ln w="198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20" name=""/>
            <p:cNvSpPr/>
            <p:nvPr/>
          </p:nvSpPr>
          <p:spPr>
            <a:xfrm flipH="1">
              <a:off x="444600" y="1116000"/>
              <a:ext cx="179640" cy="179640"/>
            </a:xfrm>
            <a:prstGeom prst="ellipse">
              <a:avLst/>
            </a:prstGeom>
            <a:solidFill>
              <a:srgbClr val="D9B8AF"/>
            </a:solidFill>
            <a:ln w="162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9280" tIns="44280" rIns="89280" bIns="4428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22" name=""/>
            <p:cNvSpPr/>
            <p:nvPr/>
          </p:nvSpPr>
          <p:spPr>
            <a:xfrm flipH="1">
              <a:off x="1258560" y="1332000"/>
              <a:ext cx="179640" cy="179640"/>
            </a:xfrm>
            <a:prstGeom prst="ellipse">
              <a:avLst/>
            </a:prstGeom>
            <a:solidFill>
              <a:srgbClr val="C7CED6"/>
            </a:solidFill>
            <a:ln w="180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23" name=""/>
            <p:cNvSpPr/>
            <p:nvPr/>
          </p:nvSpPr>
          <p:spPr>
            <a:xfrm flipH="1">
              <a:off x="358560" y="1332000"/>
              <a:ext cx="179640" cy="179640"/>
            </a:xfrm>
            <a:prstGeom prst="ellipse">
              <a:avLst/>
            </a:prstGeom>
            <a:solidFill>
              <a:srgbClr val="E6C2B9"/>
            </a:solidFill>
            <a:ln w="180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25" name=""/>
            <p:cNvSpPr/>
            <p:nvPr/>
          </p:nvSpPr>
          <p:spPr>
            <a:xfrm flipH="1">
              <a:off x="1172520" y="1548000"/>
              <a:ext cx="179640" cy="179640"/>
            </a:xfrm>
            <a:prstGeom prst="ellipse">
              <a:avLst/>
            </a:prstGeom>
            <a:solidFill>
              <a:srgbClr val="BCC2C9"/>
            </a:solidFill>
            <a:ln w="162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9280" tIns="44280" rIns="89280" bIns="4428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26" name=""/>
            <p:cNvSpPr/>
            <p:nvPr/>
          </p:nvSpPr>
          <p:spPr>
            <a:xfrm flipH="1">
              <a:off x="444600" y="1548000"/>
              <a:ext cx="179640" cy="179640"/>
            </a:xfrm>
            <a:prstGeom prst="ellipse">
              <a:avLst/>
            </a:prstGeom>
            <a:solidFill>
              <a:srgbClr val="F2CDC4"/>
            </a:solidFill>
            <a:ln w="198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28" name=""/>
            <p:cNvSpPr/>
            <p:nvPr/>
          </p:nvSpPr>
          <p:spPr>
            <a:xfrm flipH="1">
              <a:off x="947520" y="1764000"/>
              <a:ext cx="179640" cy="179640"/>
            </a:xfrm>
            <a:prstGeom prst="ellipse">
              <a:avLst/>
            </a:prstGeom>
            <a:solidFill>
              <a:srgbClr val="AFB6BD"/>
            </a:solidFill>
            <a:ln w="144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8200" tIns="43200" rIns="88200" bIns="432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29" name=""/>
            <p:cNvSpPr/>
            <p:nvPr/>
          </p:nvSpPr>
          <p:spPr>
            <a:xfrm flipH="1">
              <a:off x="669600" y="1764000"/>
              <a:ext cx="179640" cy="179640"/>
            </a:xfrm>
            <a:prstGeom prst="ellipse">
              <a:avLst/>
            </a:prstGeom>
            <a:solidFill>
              <a:srgbClr val="FFD8CE"/>
            </a:solidFill>
            <a:ln w="216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6800" rIns="90000" bIns="468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32" name=""/>
            <p:cNvSpPr/>
            <p:nvPr/>
          </p:nvSpPr>
          <p:spPr>
            <a:xfrm flipH="1">
              <a:off x="669600" y="1980000"/>
              <a:ext cx="179640" cy="179640"/>
            </a:xfrm>
            <a:prstGeom prst="ellipse">
              <a:avLst/>
            </a:prstGeom>
            <a:solidFill>
              <a:srgbClr val="AFB6BD"/>
            </a:solidFill>
            <a:ln w="144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8200" tIns="43200" rIns="88200" bIns="432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31" name=""/>
            <p:cNvSpPr/>
            <p:nvPr/>
          </p:nvSpPr>
          <p:spPr>
            <a:xfrm flipH="1">
              <a:off x="947520" y="1980000"/>
              <a:ext cx="179640" cy="179640"/>
            </a:xfrm>
            <a:prstGeom prst="ellipse">
              <a:avLst/>
            </a:prstGeom>
            <a:solidFill>
              <a:srgbClr val="FFD8CE"/>
            </a:solidFill>
            <a:ln w="216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6800" rIns="90000" bIns="468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34" name=""/>
            <p:cNvSpPr/>
            <p:nvPr/>
          </p:nvSpPr>
          <p:spPr>
            <a:xfrm>
              <a:off x="446040" y="2196000"/>
              <a:ext cx="179640" cy="179640"/>
            </a:xfrm>
            <a:prstGeom prst="ellipse">
              <a:avLst/>
            </a:prstGeom>
            <a:solidFill>
              <a:srgbClr val="BCC2C9"/>
            </a:solidFill>
            <a:ln w="162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9280" tIns="44280" rIns="89280" bIns="4428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35" name=""/>
            <p:cNvSpPr/>
            <p:nvPr/>
          </p:nvSpPr>
          <p:spPr>
            <a:xfrm>
              <a:off x="1173960" y="2196000"/>
              <a:ext cx="179640" cy="179640"/>
            </a:xfrm>
            <a:prstGeom prst="ellipse">
              <a:avLst/>
            </a:prstGeom>
            <a:solidFill>
              <a:srgbClr val="F2CDC4"/>
            </a:solidFill>
            <a:ln w="198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37" name=""/>
            <p:cNvSpPr/>
            <p:nvPr/>
          </p:nvSpPr>
          <p:spPr>
            <a:xfrm>
              <a:off x="360000" y="2412000"/>
              <a:ext cx="179640" cy="179640"/>
            </a:xfrm>
            <a:prstGeom prst="ellipse">
              <a:avLst/>
            </a:prstGeom>
            <a:solidFill>
              <a:srgbClr val="C7CED6"/>
            </a:solidFill>
            <a:ln w="180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38" name=""/>
            <p:cNvSpPr/>
            <p:nvPr/>
          </p:nvSpPr>
          <p:spPr>
            <a:xfrm>
              <a:off x="1260000" y="2412000"/>
              <a:ext cx="179640" cy="179640"/>
            </a:xfrm>
            <a:prstGeom prst="ellipse">
              <a:avLst/>
            </a:prstGeom>
            <a:solidFill>
              <a:srgbClr val="E6C2B9"/>
            </a:solidFill>
            <a:ln w="180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40" name=""/>
            <p:cNvSpPr/>
            <p:nvPr/>
          </p:nvSpPr>
          <p:spPr>
            <a:xfrm>
              <a:off x="446040" y="2628000"/>
              <a:ext cx="179640" cy="179640"/>
            </a:xfrm>
            <a:prstGeom prst="ellipse">
              <a:avLst/>
            </a:prstGeom>
            <a:solidFill>
              <a:srgbClr val="D3DAE3"/>
            </a:solidFill>
            <a:ln w="198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41" name=""/>
            <p:cNvSpPr/>
            <p:nvPr/>
          </p:nvSpPr>
          <p:spPr>
            <a:xfrm>
              <a:off x="1173960" y="2628000"/>
              <a:ext cx="179640" cy="179640"/>
            </a:xfrm>
            <a:prstGeom prst="ellipse">
              <a:avLst/>
            </a:prstGeom>
            <a:solidFill>
              <a:srgbClr val="D9B8AF"/>
            </a:solidFill>
            <a:ln w="162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9280" tIns="44280" rIns="89280" bIns="4428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43" name=""/>
            <p:cNvSpPr/>
            <p:nvPr/>
          </p:nvSpPr>
          <p:spPr>
            <a:xfrm>
              <a:off x="671040" y="2844000"/>
              <a:ext cx="179640" cy="179640"/>
            </a:xfrm>
            <a:prstGeom prst="ellipse">
              <a:avLst/>
            </a:prstGeom>
            <a:solidFill>
              <a:srgbClr val="DEE6EF"/>
            </a:solidFill>
            <a:ln w="216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6800" rIns="90000" bIns="468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44" name=""/>
            <p:cNvSpPr/>
            <p:nvPr/>
          </p:nvSpPr>
          <p:spPr>
            <a:xfrm>
              <a:off x="948960" y="2844000"/>
              <a:ext cx="179640" cy="179640"/>
            </a:xfrm>
            <a:prstGeom prst="ellipse">
              <a:avLst/>
            </a:prstGeom>
            <a:solidFill>
              <a:srgbClr val="CCADA5"/>
            </a:solidFill>
            <a:ln w="144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8200" tIns="43200" rIns="88200" bIns="432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47" name=""/>
            <p:cNvSpPr/>
            <p:nvPr/>
          </p:nvSpPr>
          <p:spPr>
            <a:xfrm>
              <a:off x="948960" y="3060000"/>
              <a:ext cx="179640" cy="179640"/>
            </a:xfrm>
            <a:prstGeom prst="ellipse">
              <a:avLst/>
            </a:prstGeom>
            <a:solidFill>
              <a:srgbClr val="DEE6EF"/>
            </a:solidFill>
            <a:ln w="216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6800" rIns="90000" bIns="468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46" name=""/>
            <p:cNvSpPr/>
            <p:nvPr/>
          </p:nvSpPr>
          <p:spPr>
            <a:xfrm>
              <a:off x="671040" y="3060000"/>
              <a:ext cx="179640" cy="179640"/>
            </a:xfrm>
            <a:prstGeom prst="ellipse">
              <a:avLst/>
            </a:prstGeom>
            <a:solidFill>
              <a:srgbClr val="CCADA5"/>
            </a:solidFill>
            <a:ln w="144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8200" tIns="43200" rIns="88200" bIns="432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49" name=""/>
            <p:cNvSpPr/>
            <p:nvPr/>
          </p:nvSpPr>
          <p:spPr>
            <a:xfrm flipH="1">
              <a:off x="1172520" y="3276000"/>
              <a:ext cx="179640" cy="179640"/>
            </a:xfrm>
            <a:prstGeom prst="ellipse">
              <a:avLst/>
            </a:prstGeom>
            <a:solidFill>
              <a:srgbClr val="D3DAE3"/>
            </a:solidFill>
            <a:ln w="198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50" name=""/>
            <p:cNvSpPr/>
            <p:nvPr/>
          </p:nvSpPr>
          <p:spPr>
            <a:xfrm flipH="1">
              <a:off x="444600" y="3276000"/>
              <a:ext cx="179640" cy="179640"/>
            </a:xfrm>
            <a:prstGeom prst="ellipse">
              <a:avLst/>
            </a:prstGeom>
            <a:solidFill>
              <a:srgbClr val="D9B8AF"/>
            </a:solidFill>
            <a:ln w="162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9280" tIns="44280" rIns="89280" bIns="4428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52" name=""/>
            <p:cNvSpPr/>
            <p:nvPr/>
          </p:nvSpPr>
          <p:spPr>
            <a:xfrm flipH="1">
              <a:off x="1258560" y="3492000"/>
              <a:ext cx="179640" cy="179640"/>
            </a:xfrm>
            <a:prstGeom prst="ellipse">
              <a:avLst/>
            </a:prstGeom>
            <a:solidFill>
              <a:srgbClr val="C7CED6"/>
            </a:solidFill>
            <a:ln w="180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53" name=""/>
            <p:cNvSpPr/>
            <p:nvPr/>
          </p:nvSpPr>
          <p:spPr>
            <a:xfrm flipH="1">
              <a:off x="358560" y="3492000"/>
              <a:ext cx="179640" cy="179640"/>
            </a:xfrm>
            <a:prstGeom prst="ellipse">
              <a:avLst/>
            </a:prstGeom>
            <a:solidFill>
              <a:srgbClr val="E6C2B9"/>
            </a:solidFill>
            <a:ln w="180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55" name=""/>
            <p:cNvSpPr/>
            <p:nvPr/>
          </p:nvSpPr>
          <p:spPr>
            <a:xfrm flipH="1">
              <a:off x="1172520" y="3708000"/>
              <a:ext cx="179640" cy="179640"/>
            </a:xfrm>
            <a:prstGeom prst="ellipse">
              <a:avLst/>
            </a:prstGeom>
            <a:solidFill>
              <a:srgbClr val="BCC2C9"/>
            </a:solidFill>
            <a:ln w="162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9280" tIns="44280" rIns="89280" bIns="4428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56" name=""/>
            <p:cNvSpPr/>
            <p:nvPr/>
          </p:nvSpPr>
          <p:spPr>
            <a:xfrm flipH="1">
              <a:off x="444600" y="3708000"/>
              <a:ext cx="179640" cy="179640"/>
            </a:xfrm>
            <a:prstGeom prst="ellipse">
              <a:avLst/>
            </a:prstGeom>
            <a:solidFill>
              <a:srgbClr val="F2CDC4"/>
            </a:solidFill>
            <a:ln w="198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58" name=""/>
            <p:cNvSpPr/>
            <p:nvPr/>
          </p:nvSpPr>
          <p:spPr>
            <a:xfrm flipH="1">
              <a:off x="947520" y="3924000"/>
              <a:ext cx="179640" cy="179640"/>
            </a:xfrm>
            <a:prstGeom prst="ellipse">
              <a:avLst/>
            </a:prstGeom>
            <a:solidFill>
              <a:srgbClr val="AFB6BD"/>
            </a:solidFill>
            <a:ln w="144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8200" tIns="43200" rIns="88200" bIns="432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59" name=""/>
            <p:cNvSpPr/>
            <p:nvPr/>
          </p:nvSpPr>
          <p:spPr>
            <a:xfrm flipH="1">
              <a:off x="669600" y="3924000"/>
              <a:ext cx="179640" cy="179640"/>
            </a:xfrm>
            <a:prstGeom prst="ellipse">
              <a:avLst/>
            </a:prstGeom>
            <a:solidFill>
              <a:srgbClr val="FFD8CE"/>
            </a:solidFill>
            <a:ln w="216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6800" rIns="90000" bIns="468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62" name=""/>
            <p:cNvSpPr/>
            <p:nvPr/>
          </p:nvSpPr>
          <p:spPr>
            <a:xfrm flipH="1">
              <a:off x="669600" y="4140000"/>
              <a:ext cx="179640" cy="179640"/>
            </a:xfrm>
            <a:prstGeom prst="ellipse">
              <a:avLst/>
            </a:prstGeom>
            <a:solidFill>
              <a:srgbClr val="AFB6BD"/>
            </a:solidFill>
            <a:ln w="144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8200" tIns="43200" rIns="88200" bIns="432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61" name=""/>
            <p:cNvSpPr/>
            <p:nvPr/>
          </p:nvSpPr>
          <p:spPr>
            <a:xfrm flipH="1">
              <a:off x="947520" y="4140000"/>
              <a:ext cx="179640" cy="179640"/>
            </a:xfrm>
            <a:prstGeom prst="ellipse">
              <a:avLst/>
            </a:prstGeom>
            <a:solidFill>
              <a:srgbClr val="FFD8CE"/>
            </a:solidFill>
            <a:ln w="216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6800" rIns="90000" bIns="468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64" name=""/>
            <p:cNvSpPr/>
            <p:nvPr/>
          </p:nvSpPr>
          <p:spPr>
            <a:xfrm>
              <a:off x="446040" y="4356000"/>
              <a:ext cx="179640" cy="179640"/>
            </a:xfrm>
            <a:prstGeom prst="ellipse">
              <a:avLst/>
            </a:prstGeom>
            <a:solidFill>
              <a:srgbClr val="BCC2C9"/>
            </a:solidFill>
            <a:ln w="162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9280" tIns="44280" rIns="89280" bIns="4428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65" name=""/>
            <p:cNvSpPr/>
            <p:nvPr/>
          </p:nvSpPr>
          <p:spPr>
            <a:xfrm>
              <a:off x="1173960" y="4356000"/>
              <a:ext cx="179640" cy="179640"/>
            </a:xfrm>
            <a:prstGeom prst="ellipse">
              <a:avLst/>
            </a:prstGeom>
            <a:solidFill>
              <a:srgbClr val="F2CDC4"/>
            </a:solidFill>
            <a:ln w="198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67" name=""/>
            <p:cNvSpPr/>
            <p:nvPr/>
          </p:nvSpPr>
          <p:spPr>
            <a:xfrm>
              <a:off x="360000" y="4572000"/>
              <a:ext cx="179640" cy="179640"/>
            </a:xfrm>
            <a:prstGeom prst="ellipse">
              <a:avLst/>
            </a:prstGeom>
            <a:solidFill>
              <a:srgbClr val="C7CED6"/>
            </a:solidFill>
            <a:ln w="180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68" name=""/>
            <p:cNvSpPr/>
            <p:nvPr/>
          </p:nvSpPr>
          <p:spPr>
            <a:xfrm>
              <a:off x="1260000" y="4572000"/>
              <a:ext cx="179640" cy="179640"/>
            </a:xfrm>
            <a:prstGeom prst="ellipse">
              <a:avLst/>
            </a:prstGeom>
            <a:solidFill>
              <a:srgbClr val="E6C2B9"/>
            </a:solidFill>
            <a:ln w="180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70" name=""/>
            <p:cNvSpPr/>
            <p:nvPr/>
          </p:nvSpPr>
          <p:spPr>
            <a:xfrm>
              <a:off x="446040" y="4788000"/>
              <a:ext cx="179640" cy="179640"/>
            </a:xfrm>
            <a:prstGeom prst="ellipse">
              <a:avLst/>
            </a:prstGeom>
            <a:solidFill>
              <a:srgbClr val="D3DAE3"/>
            </a:solidFill>
            <a:ln w="198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71" name=""/>
            <p:cNvSpPr/>
            <p:nvPr/>
          </p:nvSpPr>
          <p:spPr>
            <a:xfrm>
              <a:off x="1173960" y="4788000"/>
              <a:ext cx="179640" cy="179640"/>
            </a:xfrm>
            <a:prstGeom prst="ellipse">
              <a:avLst/>
            </a:prstGeom>
            <a:solidFill>
              <a:srgbClr val="D9B8AF"/>
            </a:solidFill>
            <a:ln w="162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9280" tIns="44280" rIns="89280" bIns="4428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73" name=""/>
            <p:cNvSpPr/>
            <p:nvPr/>
          </p:nvSpPr>
          <p:spPr>
            <a:xfrm>
              <a:off x="671040" y="5004000"/>
              <a:ext cx="179640" cy="179640"/>
            </a:xfrm>
            <a:prstGeom prst="ellipse">
              <a:avLst/>
            </a:prstGeom>
            <a:solidFill>
              <a:srgbClr val="DEE6EF"/>
            </a:solidFill>
            <a:ln w="216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6800" rIns="90000" bIns="468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74" name=""/>
            <p:cNvSpPr/>
            <p:nvPr/>
          </p:nvSpPr>
          <p:spPr>
            <a:xfrm>
              <a:off x="948960" y="5004000"/>
              <a:ext cx="179640" cy="179640"/>
            </a:xfrm>
            <a:prstGeom prst="ellipse">
              <a:avLst/>
            </a:prstGeom>
            <a:solidFill>
              <a:srgbClr val="CCADA5"/>
            </a:solidFill>
            <a:ln w="144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8200" tIns="43200" rIns="88200" bIns="432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77" name=""/>
            <p:cNvSpPr/>
            <p:nvPr/>
          </p:nvSpPr>
          <p:spPr>
            <a:xfrm>
              <a:off x="948960" y="5220000"/>
              <a:ext cx="179640" cy="179640"/>
            </a:xfrm>
            <a:prstGeom prst="ellipse">
              <a:avLst/>
            </a:prstGeom>
            <a:solidFill>
              <a:srgbClr val="DEE6EF"/>
            </a:solidFill>
            <a:ln w="216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6800" rIns="90000" bIns="468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76" name=""/>
            <p:cNvSpPr/>
            <p:nvPr/>
          </p:nvSpPr>
          <p:spPr>
            <a:xfrm>
              <a:off x="671040" y="5220000"/>
              <a:ext cx="179640" cy="179640"/>
            </a:xfrm>
            <a:prstGeom prst="ellipse">
              <a:avLst/>
            </a:prstGeom>
            <a:solidFill>
              <a:srgbClr val="CCADA5"/>
            </a:solidFill>
            <a:ln w="144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8200" tIns="43200" rIns="88200" bIns="432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79" name=""/>
            <p:cNvSpPr/>
            <p:nvPr/>
          </p:nvSpPr>
          <p:spPr>
            <a:xfrm flipH="1">
              <a:off x="1172520" y="5436000"/>
              <a:ext cx="179640" cy="179640"/>
            </a:xfrm>
            <a:prstGeom prst="ellipse">
              <a:avLst/>
            </a:prstGeom>
            <a:solidFill>
              <a:srgbClr val="D3DAE3"/>
            </a:solidFill>
            <a:ln w="198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80" name=""/>
            <p:cNvSpPr/>
            <p:nvPr/>
          </p:nvSpPr>
          <p:spPr>
            <a:xfrm flipH="1">
              <a:off x="444600" y="5436000"/>
              <a:ext cx="179640" cy="179640"/>
            </a:xfrm>
            <a:prstGeom prst="ellipse">
              <a:avLst/>
            </a:prstGeom>
            <a:solidFill>
              <a:srgbClr val="D9B8AF"/>
            </a:solidFill>
            <a:ln w="162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9280" tIns="44280" rIns="89280" bIns="4428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82" name=""/>
            <p:cNvSpPr/>
            <p:nvPr/>
          </p:nvSpPr>
          <p:spPr>
            <a:xfrm flipH="1">
              <a:off x="1258560" y="5652000"/>
              <a:ext cx="179640" cy="179640"/>
            </a:xfrm>
            <a:prstGeom prst="ellipse">
              <a:avLst/>
            </a:prstGeom>
            <a:solidFill>
              <a:srgbClr val="C7CED6"/>
            </a:solidFill>
            <a:ln w="180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83" name=""/>
            <p:cNvSpPr/>
            <p:nvPr/>
          </p:nvSpPr>
          <p:spPr>
            <a:xfrm flipH="1">
              <a:off x="358560" y="5652000"/>
              <a:ext cx="179640" cy="179640"/>
            </a:xfrm>
            <a:prstGeom prst="ellipse">
              <a:avLst/>
            </a:prstGeom>
            <a:solidFill>
              <a:srgbClr val="E6C2B9"/>
            </a:solidFill>
            <a:ln w="180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1620000" y="216000"/>
            <a:ext cx="8099640" cy="935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tabLst>
                <a:tab pos="0" algn="l"/>
              </a:tabLst>
              <a:defRPr lang="en-US" sz="3300" b="0" u="none" strike="noStrike">
                <a:solidFill>
                  <a:srgbClr val="050505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Click to edit the title text format</a:t>
            </a:r>
            <a:endParaRPr lang="en-US" sz="33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 type="body"/>
          </p:nvPr>
        </p:nvSpPr>
        <p:spPr>
          <a:xfrm>
            <a:off x="1620000" y="1368000"/>
            <a:ext cx="809964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Aft>
                <a:spcPts val="1060"/>
              </a:spcAft>
              <a:buClr>
                <a:srgbClr val="000000"/>
              </a:buClr>
              <a:buSzPct val="40000"/>
              <a:buFont typeface="Wingdings" charset="2"/>
              <a:buChar char=""/>
              <a:def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defRPr>
            </a:lvl1pPr>
            <a:lvl2pPr lvl="1" algn="l">
              <a:spcAft>
                <a:spcPts val="848"/>
              </a:spcAft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defRPr>
            </a:lvl2pPr>
            <a:lvl3pPr lvl="2" algn="l">
              <a:spcAft>
                <a:spcPts val="632"/>
              </a:spcAft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defRPr>
            </a:lvl3pPr>
            <a:lvl4pPr lvl="3" algn="l">
              <a:spcAft>
                <a:spcPts val="422"/>
              </a:spcAft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defRPr>
            </a:lvl4pPr>
            <a:lvl5pPr lvl="4" algn="l">
              <a:spcAft>
                <a:spcPts val="210"/>
              </a:spcAft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defRPr>
            </a:lvl5pPr>
            <a:lvl6pPr lvl="5" algn="l">
              <a:spcAft>
                <a:spcPts val="210"/>
              </a:spcAft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defRPr>
            </a:lvl6pPr>
            <a:lvl7pPr lvl="6" algn="l">
              <a:spcAft>
                <a:spcPts val="210"/>
              </a:spcAft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defRPr>
            </a:lvl7pPr>
          </a:lstStyle>
          <a:p>
            <a:pPr indent="-324000" algn="l">
              <a:spcAft>
                <a:spcPts val="1060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Click to edit the outline text format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864000" lvl="1" indent="-324000" algn="l">
              <a:spcAft>
                <a:spcPts val="848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Second Outline Level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1296000" lvl="2" indent="-288000" algn="l">
              <a:spcAft>
                <a:spcPts val="63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Third Outline Level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1728000" lvl="3" indent="-216000" algn="l">
              <a:spcAft>
                <a:spcPts val="422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Fourth Outline Level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2160000" lvl="4" indent="-216000" algn="l">
              <a:spcAft>
                <a:spcPts val="21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Fifth Outline Level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2592000" lvl="5" indent="-216000" algn="l">
              <a:spcAft>
                <a:spcPts val="21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Sixth Outline Level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3024000" lvl="6" indent="-216000" algn="l">
              <a:spcAft>
                <a:spcPts val="21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Seventh Outline Level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</p:txBody>
      </p:sp>
      <p:sp>
        <p:nvSpPr>
          <p:cNvPr id="86" name="PlaceHolder 3"/>
          <p:cNvSpPr>
            <a:spLocks noGrp="1"/>
          </p:cNvSpPr>
          <p:nvPr>
            <p:ph type="ftr" idx="1"/>
          </p:nvPr>
        </p:nvSpPr>
        <p:spPr>
          <a:xfrm>
            <a:off x="3987000" y="5164920"/>
            <a:ext cx="319464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" name="PlaceHolder 4"/>
          <p:cNvSpPr>
            <a:spLocks noGrp="1"/>
          </p:cNvSpPr>
          <p:nvPr>
            <p:ph type="sldNum" idx="2"/>
          </p:nvPr>
        </p:nvSpPr>
        <p:spPr>
          <a:xfrm>
            <a:off x="7227000" y="516492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36C8871-FAA8-46A6-B74A-5D8F6BCB92BF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" name="PlaceHolder 5"/>
          <p:cNvSpPr>
            <a:spLocks noGrp="1"/>
          </p:cNvSpPr>
          <p:nvPr>
            <p:ph type="dt" idx="3"/>
          </p:nvPr>
        </p:nvSpPr>
        <p:spPr>
          <a:xfrm>
            <a:off x="1584000" y="516492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" name=""/>
          <p:cNvGrpSpPr/>
          <p:nvPr/>
        </p:nvGrpSpPr>
        <p:grpSpPr>
          <a:xfrm>
            <a:off x="358920" y="36000"/>
            <a:ext cx="1080720" cy="5795640"/>
            <a:chOff x="358920" y="36000"/>
            <a:chExt cx="1080720" cy="5795640"/>
          </a:xfrm>
        </p:grpSpPr>
        <p:cxnSp>
          <p:nvCxnSpPr>
            <p:cNvPr id="92" name=""/>
            <p:cNvCxnSpPr>
              <a:stCxn id="93" idx="6"/>
              <a:endCxn id="94" idx="2"/>
            </p:cNvCxnSpPr>
            <p:nvPr/>
          </p:nvCxnSpPr>
          <p:spPr>
            <a:xfrm>
              <a:off x="625680" y="126000"/>
              <a:ext cx="548640" cy="360"/>
            </a:xfrm>
            <a:prstGeom prst="bentConnector2">
              <a:avLst/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95" name=""/>
            <p:cNvCxnSpPr>
              <a:stCxn id="96" idx="6"/>
              <a:endCxn id="97" idx="2"/>
            </p:cNvCxnSpPr>
            <p:nvPr/>
          </p:nvCxnSpPr>
          <p:spPr>
            <a:xfrm>
              <a:off x="539640" y="342000"/>
              <a:ext cx="720720" cy="360"/>
            </a:xfrm>
            <a:prstGeom prst="bentConnector2">
              <a:avLst/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98" name=""/>
            <p:cNvCxnSpPr>
              <a:stCxn id="99" idx="6"/>
              <a:endCxn id="100" idx="2"/>
            </p:cNvCxnSpPr>
            <p:nvPr/>
          </p:nvCxnSpPr>
          <p:spPr>
            <a:xfrm>
              <a:off x="625680" y="558000"/>
              <a:ext cx="548640" cy="360"/>
            </a:xfrm>
            <a:prstGeom prst="bentConnector2">
              <a:avLst/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101" name=""/>
            <p:cNvCxnSpPr>
              <a:stCxn id="102" idx="6"/>
              <a:endCxn id="103" idx="2"/>
            </p:cNvCxnSpPr>
            <p:nvPr/>
          </p:nvCxnSpPr>
          <p:spPr>
            <a:xfrm>
              <a:off x="850680" y="774000"/>
              <a:ext cx="98640" cy="360"/>
            </a:xfrm>
            <a:prstGeom prst="bentConnector2">
              <a:avLst/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104" name=""/>
            <p:cNvCxnSpPr>
              <a:stCxn id="105" idx="6"/>
              <a:endCxn id="106" idx="2"/>
            </p:cNvCxnSpPr>
            <p:nvPr/>
          </p:nvCxnSpPr>
          <p:spPr>
            <a:xfrm>
              <a:off x="850680" y="990000"/>
              <a:ext cx="98640" cy="360"/>
            </a:xfrm>
            <a:prstGeom prst="bentConnector2">
              <a:avLst/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107" name=""/>
            <p:cNvCxnSpPr>
              <a:stCxn id="108" idx="6"/>
              <a:endCxn id="109" idx="2"/>
            </p:cNvCxnSpPr>
            <p:nvPr/>
          </p:nvCxnSpPr>
          <p:spPr>
            <a:xfrm rot="10800000">
              <a:off x="624240" y="1206000"/>
              <a:ext cx="548640" cy="360"/>
            </a:xfrm>
            <a:prstGeom prst="bentConnector2">
              <a:avLst/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110" name=""/>
            <p:cNvCxnSpPr>
              <a:stCxn id="111" idx="6"/>
              <a:endCxn id="112" idx="2"/>
            </p:cNvCxnSpPr>
            <p:nvPr/>
          </p:nvCxnSpPr>
          <p:spPr>
            <a:xfrm rot="10800000">
              <a:off x="538200" y="1422000"/>
              <a:ext cx="720720" cy="360"/>
            </a:xfrm>
            <a:prstGeom prst="bentConnector2">
              <a:avLst/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113" name=""/>
            <p:cNvCxnSpPr>
              <a:stCxn id="114" idx="6"/>
              <a:endCxn id="115" idx="2"/>
            </p:cNvCxnSpPr>
            <p:nvPr/>
          </p:nvCxnSpPr>
          <p:spPr>
            <a:xfrm rot="10800000">
              <a:off x="624240" y="1638000"/>
              <a:ext cx="548640" cy="360"/>
            </a:xfrm>
            <a:prstGeom prst="bentConnector2">
              <a:avLst/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116" name=""/>
            <p:cNvCxnSpPr>
              <a:stCxn id="117" idx="6"/>
              <a:endCxn id="118" idx="2"/>
            </p:cNvCxnSpPr>
            <p:nvPr/>
          </p:nvCxnSpPr>
          <p:spPr>
            <a:xfrm rot="10800000">
              <a:off x="849240" y="1854000"/>
              <a:ext cx="98640" cy="360"/>
            </a:xfrm>
            <a:prstGeom prst="bentConnector2">
              <a:avLst/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119" name=""/>
            <p:cNvCxnSpPr>
              <a:stCxn id="120" idx="6"/>
              <a:endCxn id="121" idx="2"/>
            </p:cNvCxnSpPr>
            <p:nvPr/>
          </p:nvCxnSpPr>
          <p:spPr>
            <a:xfrm rot="10800000">
              <a:off x="849240" y="2070000"/>
              <a:ext cx="98640" cy="360"/>
            </a:xfrm>
            <a:prstGeom prst="bentConnector2">
              <a:avLst/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122" name=""/>
            <p:cNvCxnSpPr>
              <a:stCxn id="123" idx="6"/>
              <a:endCxn id="124" idx="2"/>
            </p:cNvCxnSpPr>
            <p:nvPr/>
          </p:nvCxnSpPr>
          <p:spPr>
            <a:xfrm>
              <a:off x="625680" y="2286000"/>
              <a:ext cx="548640" cy="360"/>
            </a:xfrm>
            <a:prstGeom prst="bentConnector2">
              <a:avLst/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125" name=""/>
            <p:cNvCxnSpPr>
              <a:stCxn id="126" idx="6"/>
              <a:endCxn id="127" idx="2"/>
            </p:cNvCxnSpPr>
            <p:nvPr/>
          </p:nvCxnSpPr>
          <p:spPr>
            <a:xfrm>
              <a:off x="539640" y="2502000"/>
              <a:ext cx="720720" cy="360"/>
            </a:xfrm>
            <a:prstGeom prst="bentConnector2">
              <a:avLst/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128" name=""/>
            <p:cNvCxnSpPr>
              <a:stCxn id="129" idx="6"/>
              <a:endCxn id="130" idx="2"/>
            </p:cNvCxnSpPr>
            <p:nvPr/>
          </p:nvCxnSpPr>
          <p:spPr>
            <a:xfrm>
              <a:off x="625680" y="2718000"/>
              <a:ext cx="548640" cy="360"/>
            </a:xfrm>
            <a:prstGeom prst="bentConnector2">
              <a:avLst/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131" name=""/>
            <p:cNvCxnSpPr>
              <a:stCxn id="132" idx="6"/>
              <a:endCxn id="133" idx="2"/>
            </p:cNvCxnSpPr>
            <p:nvPr/>
          </p:nvCxnSpPr>
          <p:spPr>
            <a:xfrm>
              <a:off x="850680" y="2934000"/>
              <a:ext cx="98640" cy="360"/>
            </a:xfrm>
            <a:prstGeom prst="bentConnector2">
              <a:avLst/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134" name=""/>
            <p:cNvCxnSpPr>
              <a:stCxn id="135" idx="6"/>
              <a:endCxn id="136" idx="2"/>
            </p:cNvCxnSpPr>
            <p:nvPr/>
          </p:nvCxnSpPr>
          <p:spPr>
            <a:xfrm>
              <a:off x="850680" y="3150000"/>
              <a:ext cx="98640" cy="360"/>
            </a:xfrm>
            <a:prstGeom prst="bentConnector2">
              <a:avLst/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137" name=""/>
            <p:cNvCxnSpPr>
              <a:stCxn id="138" idx="6"/>
              <a:endCxn id="139" idx="2"/>
            </p:cNvCxnSpPr>
            <p:nvPr/>
          </p:nvCxnSpPr>
          <p:spPr>
            <a:xfrm rot="10800000">
              <a:off x="624240" y="3366000"/>
              <a:ext cx="548640" cy="360"/>
            </a:xfrm>
            <a:prstGeom prst="bentConnector2">
              <a:avLst/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140" name=""/>
            <p:cNvCxnSpPr>
              <a:stCxn id="141" idx="6"/>
              <a:endCxn id="142" idx="2"/>
            </p:cNvCxnSpPr>
            <p:nvPr/>
          </p:nvCxnSpPr>
          <p:spPr>
            <a:xfrm rot="10800000">
              <a:off x="538200" y="3582000"/>
              <a:ext cx="720720" cy="360"/>
            </a:xfrm>
            <a:prstGeom prst="bentConnector2">
              <a:avLst/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143" name=""/>
            <p:cNvCxnSpPr>
              <a:stCxn id="144" idx="6"/>
              <a:endCxn id="145" idx="2"/>
            </p:cNvCxnSpPr>
            <p:nvPr/>
          </p:nvCxnSpPr>
          <p:spPr>
            <a:xfrm rot="10800000">
              <a:off x="624240" y="3798000"/>
              <a:ext cx="548640" cy="360"/>
            </a:xfrm>
            <a:prstGeom prst="bentConnector2">
              <a:avLst/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146" name=""/>
            <p:cNvCxnSpPr>
              <a:stCxn id="147" idx="6"/>
              <a:endCxn id="148" idx="2"/>
            </p:cNvCxnSpPr>
            <p:nvPr/>
          </p:nvCxnSpPr>
          <p:spPr>
            <a:xfrm rot="10800000">
              <a:off x="849240" y="4014000"/>
              <a:ext cx="98640" cy="360"/>
            </a:xfrm>
            <a:prstGeom prst="bentConnector2">
              <a:avLst/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149" name=""/>
            <p:cNvCxnSpPr>
              <a:stCxn id="150" idx="6"/>
              <a:endCxn id="151" idx="2"/>
            </p:cNvCxnSpPr>
            <p:nvPr/>
          </p:nvCxnSpPr>
          <p:spPr>
            <a:xfrm rot="10800000">
              <a:off x="849240" y="4230000"/>
              <a:ext cx="98640" cy="360"/>
            </a:xfrm>
            <a:prstGeom prst="bentConnector2">
              <a:avLst/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152" name=""/>
            <p:cNvCxnSpPr>
              <a:stCxn id="153" idx="6"/>
              <a:endCxn id="154" idx="2"/>
            </p:cNvCxnSpPr>
            <p:nvPr/>
          </p:nvCxnSpPr>
          <p:spPr>
            <a:xfrm>
              <a:off x="625680" y="4446000"/>
              <a:ext cx="548640" cy="360"/>
            </a:xfrm>
            <a:prstGeom prst="bentConnector2">
              <a:avLst/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155" name=""/>
            <p:cNvCxnSpPr>
              <a:stCxn id="156" idx="6"/>
              <a:endCxn id="157" idx="2"/>
            </p:cNvCxnSpPr>
            <p:nvPr/>
          </p:nvCxnSpPr>
          <p:spPr>
            <a:xfrm>
              <a:off x="539640" y="4662000"/>
              <a:ext cx="720720" cy="360"/>
            </a:xfrm>
            <a:prstGeom prst="bentConnector2">
              <a:avLst/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158" name=""/>
            <p:cNvCxnSpPr>
              <a:stCxn id="159" idx="6"/>
              <a:endCxn id="160" idx="2"/>
            </p:cNvCxnSpPr>
            <p:nvPr/>
          </p:nvCxnSpPr>
          <p:spPr>
            <a:xfrm>
              <a:off x="625680" y="4878000"/>
              <a:ext cx="548640" cy="360"/>
            </a:xfrm>
            <a:prstGeom prst="bentConnector2">
              <a:avLst/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161" name=""/>
            <p:cNvCxnSpPr>
              <a:stCxn id="162" idx="6"/>
              <a:endCxn id="163" idx="2"/>
            </p:cNvCxnSpPr>
            <p:nvPr/>
          </p:nvCxnSpPr>
          <p:spPr>
            <a:xfrm>
              <a:off x="850680" y="5094000"/>
              <a:ext cx="98640" cy="360"/>
            </a:xfrm>
            <a:prstGeom prst="bentConnector2">
              <a:avLst/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164" name=""/>
            <p:cNvCxnSpPr>
              <a:stCxn id="165" idx="6"/>
              <a:endCxn id="166" idx="2"/>
            </p:cNvCxnSpPr>
            <p:nvPr/>
          </p:nvCxnSpPr>
          <p:spPr>
            <a:xfrm>
              <a:off x="850680" y="5310000"/>
              <a:ext cx="98640" cy="360"/>
            </a:xfrm>
            <a:prstGeom prst="bentConnector2">
              <a:avLst/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167" name=""/>
            <p:cNvCxnSpPr>
              <a:stCxn id="168" idx="6"/>
              <a:endCxn id="169" idx="2"/>
            </p:cNvCxnSpPr>
            <p:nvPr/>
          </p:nvCxnSpPr>
          <p:spPr>
            <a:xfrm rot="10800000">
              <a:off x="624240" y="5526000"/>
              <a:ext cx="548640" cy="360"/>
            </a:xfrm>
            <a:prstGeom prst="bentConnector2">
              <a:avLst/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170" name=""/>
            <p:cNvCxnSpPr>
              <a:stCxn id="171" idx="6"/>
              <a:endCxn id="172" idx="2"/>
            </p:cNvCxnSpPr>
            <p:nvPr/>
          </p:nvCxnSpPr>
          <p:spPr>
            <a:xfrm rot="10800000">
              <a:off x="538200" y="5742000"/>
              <a:ext cx="720720" cy="360"/>
            </a:xfrm>
            <a:prstGeom prst="bentConnector2">
              <a:avLst/>
            </a:prstGeom>
            <a:ln w="18000">
              <a:solidFill>
                <a:srgbClr val="2A6099"/>
              </a:solidFill>
              <a:round/>
            </a:ln>
          </p:spPr>
        </p:cxnSp>
        <p:sp>
          <p:nvSpPr>
            <p:cNvPr id="93" name=""/>
            <p:cNvSpPr/>
            <p:nvPr/>
          </p:nvSpPr>
          <p:spPr>
            <a:xfrm>
              <a:off x="446040" y="36000"/>
              <a:ext cx="179640" cy="179640"/>
            </a:xfrm>
            <a:prstGeom prst="ellipse">
              <a:avLst/>
            </a:prstGeom>
            <a:solidFill>
              <a:srgbClr val="BCC2C9"/>
            </a:solidFill>
            <a:ln w="162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9280" tIns="44280" rIns="89280" bIns="4428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94" name=""/>
            <p:cNvSpPr/>
            <p:nvPr/>
          </p:nvSpPr>
          <p:spPr>
            <a:xfrm>
              <a:off x="1173960" y="36000"/>
              <a:ext cx="179640" cy="179640"/>
            </a:xfrm>
            <a:prstGeom prst="ellipse">
              <a:avLst/>
            </a:prstGeom>
            <a:solidFill>
              <a:srgbClr val="F2CDC4"/>
            </a:solidFill>
            <a:ln w="198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96" name=""/>
            <p:cNvSpPr/>
            <p:nvPr/>
          </p:nvSpPr>
          <p:spPr>
            <a:xfrm>
              <a:off x="360000" y="252000"/>
              <a:ext cx="179640" cy="179640"/>
            </a:xfrm>
            <a:prstGeom prst="ellipse">
              <a:avLst/>
            </a:prstGeom>
            <a:solidFill>
              <a:srgbClr val="C7CED6"/>
            </a:solidFill>
            <a:ln w="180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97" name=""/>
            <p:cNvSpPr/>
            <p:nvPr/>
          </p:nvSpPr>
          <p:spPr>
            <a:xfrm>
              <a:off x="1260000" y="252000"/>
              <a:ext cx="179640" cy="179640"/>
            </a:xfrm>
            <a:prstGeom prst="ellipse">
              <a:avLst/>
            </a:prstGeom>
            <a:solidFill>
              <a:srgbClr val="E6C2B9"/>
            </a:solidFill>
            <a:ln w="180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99" name=""/>
            <p:cNvSpPr/>
            <p:nvPr/>
          </p:nvSpPr>
          <p:spPr>
            <a:xfrm>
              <a:off x="446040" y="468000"/>
              <a:ext cx="179640" cy="179640"/>
            </a:xfrm>
            <a:prstGeom prst="ellipse">
              <a:avLst/>
            </a:prstGeom>
            <a:solidFill>
              <a:srgbClr val="D3DAE3"/>
            </a:solidFill>
            <a:ln w="198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00" name=""/>
            <p:cNvSpPr/>
            <p:nvPr/>
          </p:nvSpPr>
          <p:spPr>
            <a:xfrm>
              <a:off x="1173960" y="468000"/>
              <a:ext cx="179640" cy="179640"/>
            </a:xfrm>
            <a:prstGeom prst="ellipse">
              <a:avLst/>
            </a:prstGeom>
            <a:solidFill>
              <a:srgbClr val="D9B8AF"/>
            </a:solidFill>
            <a:ln w="162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9280" tIns="44280" rIns="89280" bIns="4428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02" name=""/>
            <p:cNvSpPr/>
            <p:nvPr/>
          </p:nvSpPr>
          <p:spPr>
            <a:xfrm>
              <a:off x="671040" y="684000"/>
              <a:ext cx="179640" cy="179640"/>
            </a:xfrm>
            <a:prstGeom prst="ellipse">
              <a:avLst/>
            </a:prstGeom>
            <a:solidFill>
              <a:srgbClr val="DEE6EF"/>
            </a:solidFill>
            <a:ln w="216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6800" rIns="90000" bIns="468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03" name=""/>
            <p:cNvSpPr/>
            <p:nvPr/>
          </p:nvSpPr>
          <p:spPr>
            <a:xfrm>
              <a:off x="948960" y="684000"/>
              <a:ext cx="179640" cy="179640"/>
            </a:xfrm>
            <a:prstGeom prst="ellipse">
              <a:avLst/>
            </a:prstGeom>
            <a:solidFill>
              <a:srgbClr val="CCADA5"/>
            </a:solidFill>
            <a:ln w="144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8200" tIns="43200" rIns="88200" bIns="432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06" name=""/>
            <p:cNvSpPr/>
            <p:nvPr/>
          </p:nvSpPr>
          <p:spPr>
            <a:xfrm>
              <a:off x="948960" y="900000"/>
              <a:ext cx="179640" cy="179640"/>
            </a:xfrm>
            <a:prstGeom prst="ellipse">
              <a:avLst/>
            </a:prstGeom>
            <a:solidFill>
              <a:srgbClr val="DEE6EF"/>
            </a:solidFill>
            <a:ln w="216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6800" rIns="90000" bIns="468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05" name=""/>
            <p:cNvSpPr/>
            <p:nvPr/>
          </p:nvSpPr>
          <p:spPr>
            <a:xfrm>
              <a:off x="671040" y="900000"/>
              <a:ext cx="179640" cy="179640"/>
            </a:xfrm>
            <a:prstGeom prst="ellipse">
              <a:avLst/>
            </a:prstGeom>
            <a:solidFill>
              <a:srgbClr val="CCADA5"/>
            </a:solidFill>
            <a:ln w="144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8200" tIns="43200" rIns="88200" bIns="432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08" name=""/>
            <p:cNvSpPr/>
            <p:nvPr/>
          </p:nvSpPr>
          <p:spPr>
            <a:xfrm flipH="1">
              <a:off x="1172520" y="1116000"/>
              <a:ext cx="179640" cy="179640"/>
            </a:xfrm>
            <a:prstGeom prst="ellipse">
              <a:avLst/>
            </a:prstGeom>
            <a:solidFill>
              <a:srgbClr val="D3DAE3"/>
            </a:solidFill>
            <a:ln w="198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09" name=""/>
            <p:cNvSpPr/>
            <p:nvPr/>
          </p:nvSpPr>
          <p:spPr>
            <a:xfrm flipH="1">
              <a:off x="444600" y="1116000"/>
              <a:ext cx="179640" cy="179640"/>
            </a:xfrm>
            <a:prstGeom prst="ellipse">
              <a:avLst/>
            </a:prstGeom>
            <a:solidFill>
              <a:srgbClr val="D9B8AF"/>
            </a:solidFill>
            <a:ln w="162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9280" tIns="44280" rIns="89280" bIns="4428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11" name=""/>
            <p:cNvSpPr/>
            <p:nvPr/>
          </p:nvSpPr>
          <p:spPr>
            <a:xfrm flipH="1">
              <a:off x="1258560" y="1332000"/>
              <a:ext cx="179640" cy="179640"/>
            </a:xfrm>
            <a:prstGeom prst="ellipse">
              <a:avLst/>
            </a:prstGeom>
            <a:solidFill>
              <a:srgbClr val="C7CED6"/>
            </a:solidFill>
            <a:ln w="180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12" name=""/>
            <p:cNvSpPr/>
            <p:nvPr/>
          </p:nvSpPr>
          <p:spPr>
            <a:xfrm flipH="1">
              <a:off x="358560" y="1332000"/>
              <a:ext cx="179640" cy="179640"/>
            </a:xfrm>
            <a:prstGeom prst="ellipse">
              <a:avLst/>
            </a:prstGeom>
            <a:solidFill>
              <a:srgbClr val="E6C2B9"/>
            </a:solidFill>
            <a:ln w="180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14" name=""/>
            <p:cNvSpPr/>
            <p:nvPr/>
          </p:nvSpPr>
          <p:spPr>
            <a:xfrm flipH="1">
              <a:off x="1172520" y="1548000"/>
              <a:ext cx="179640" cy="179640"/>
            </a:xfrm>
            <a:prstGeom prst="ellipse">
              <a:avLst/>
            </a:prstGeom>
            <a:solidFill>
              <a:srgbClr val="BCC2C9"/>
            </a:solidFill>
            <a:ln w="162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9280" tIns="44280" rIns="89280" bIns="4428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15" name=""/>
            <p:cNvSpPr/>
            <p:nvPr/>
          </p:nvSpPr>
          <p:spPr>
            <a:xfrm flipH="1">
              <a:off x="444600" y="1548000"/>
              <a:ext cx="179640" cy="179640"/>
            </a:xfrm>
            <a:prstGeom prst="ellipse">
              <a:avLst/>
            </a:prstGeom>
            <a:solidFill>
              <a:srgbClr val="F2CDC4"/>
            </a:solidFill>
            <a:ln w="198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17" name=""/>
            <p:cNvSpPr/>
            <p:nvPr/>
          </p:nvSpPr>
          <p:spPr>
            <a:xfrm flipH="1">
              <a:off x="947520" y="1764000"/>
              <a:ext cx="179640" cy="179640"/>
            </a:xfrm>
            <a:prstGeom prst="ellipse">
              <a:avLst/>
            </a:prstGeom>
            <a:solidFill>
              <a:srgbClr val="AFB6BD"/>
            </a:solidFill>
            <a:ln w="144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8200" tIns="43200" rIns="88200" bIns="432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18" name=""/>
            <p:cNvSpPr/>
            <p:nvPr/>
          </p:nvSpPr>
          <p:spPr>
            <a:xfrm flipH="1">
              <a:off x="669600" y="1764000"/>
              <a:ext cx="179640" cy="179640"/>
            </a:xfrm>
            <a:prstGeom prst="ellipse">
              <a:avLst/>
            </a:prstGeom>
            <a:solidFill>
              <a:srgbClr val="FFD8CE"/>
            </a:solidFill>
            <a:ln w="216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6800" rIns="90000" bIns="468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21" name=""/>
            <p:cNvSpPr/>
            <p:nvPr/>
          </p:nvSpPr>
          <p:spPr>
            <a:xfrm flipH="1">
              <a:off x="669600" y="1980000"/>
              <a:ext cx="179640" cy="179640"/>
            </a:xfrm>
            <a:prstGeom prst="ellipse">
              <a:avLst/>
            </a:prstGeom>
            <a:solidFill>
              <a:srgbClr val="AFB6BD"/>
            </a:solidFill>
            <a:ln w="144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8200" tIns="43200" rIns="88200" bIns="432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20" name=""/>
            <p:cNvSpPr/>
            <p:nvPr/>
          </p:nvSpPr>
          <p:spPr>
            <a:xfrm flipH="1">
              <a:off x="947520" y="1980000"/>
              <a:ext cx="179640" cy="179640"/>
            </a:xfrm>
            <a:prstGeom prst="ellipse">
              <a:avLst/>
            </a:prstGeom>
            <a:solidFill>
              <a:srgbClr val="FFD8CE"/>
            </a:solidFill>
            <a:ln w="216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6800" rIns="90000" bIns="468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23" name=""/>
            <p:cNvSpPr/>
            <p:nvPr/>
          </p:nvSpPr>
          <p:spPr>
            <a:xfrm>
              <a:off x="446040" y="2196000"/>
              <a:ext cx="179640" cy="179640"/>
            </a:xfrm>
            <a:prstGeom prst="ellipse">
              <a:avLst/>
            </a:prstGeom>
            <a:solidFill>
              <a:srgbClr val="BCC2C9"/>
            </a:solidFill>
            <a:ln w="162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9280" tIns="44280" rIns="89280" bIns="4428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24" name=""/>
            <p:cNvSpPr/>
            <p:nvPr/>
          </p:nvSpPr>
          <p:spPr>
            <a:xfrm>
              <a:off x="1173960" y="2196000"/>
              <a:ext cx="179640" cy="179640"/>
            </a:xfrm>
            <a:prstGeom prst="ellipse">
              <a:avLst/>
            </a:prstGeom>
            <a:solidFill>
              <a:srgbClr val="F2CDC4"/>
            </a:solidFill>
            <a:ln w="198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26" name=""/>
            <p:cNvSpPr/>
            <p:nvPr/>
          </p:nvSpPr>
          <p:spPr>
            <a:xfrm>
              <a:off x="360000" y="2412000"/>
              <a:ext cx="179640" cy="179640"/>
            </a:xfrm>
            <a:prstGeom prst="ellipse">
              <a:avLst/>
            </a:prstGeom>
            <a:solidFill>
              <a:srgbClr val="C7CED6"/>
            </a:solidFill>
            <a:ln w="180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27" name=""/>
            <p:cNvSpPr/>
            <p:nvPr/>
          </p:nvSpPr>
          <p:spPr>
            <a:xfrm>
              <a:off x="1260000" y="2412000"/>
              <a:ext cx="179640" cy="179640"/>
            </a:xfrm>
            <a:prstGeom prst="ellipse">
              <a:avLst/>
            </a:prstGeom>
            <a:solidFill>
              <a:srgbClr val="E6C2B9"/>
            </a:solidFill>
            <a:ln w="180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29" name=""/>
            <p:cNvSpPr/>
            <p:nvPr/>
          </p:nvSpPr>
          <p:spPr>
            <a:xfrm>
              <a:off x="446040" y="2628000"/>
              <a:ext cx="179640" cy="179640"/>
            </a:xfrm>
            <a:prstGeom prst="ellipse">
              <a:avLst/>
            </a:prstGeom>
            <a:solidFill>
              <a:srgbClr val="D3DAE3"/>
            </a:solidFill>
            <a:ln w="198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30" name=""/>
            <p:cNvSpPr/>
            <p:nvPr/>
          </p:nvSpPr>
          <p:spPr>
            <a:xfrm>
              <a:off x="1173960" y="2628000"/>
              <a:ext cx="179640" cy="179640"/>
            </a:xfrm>
            <a:prstGeom prst="ellipse">
              <a:avLst/>
            </a:prstGeom>
            <a:solidFill>
              <a:srgbClr val="D9B8AF"/>
            </a:solidFill>
            <a:ln w="162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9280" tIns="44280" rIns="89280" bIns="4428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32" name=""/>
            <p:cNvSpPr/>
            <p:nvPr/>
          </p:nvSpPr>
          <p:spPr>
            <a:xfrm>
              <a:off x="671040" y="2844000"/>
              <a:ext cx="179640" cy="179640"/>
            </a:xfrm>
            <a:prstGeom prst="ellipse">
              <a:avLst/>
            </a:prstGeom>
            <a:solidFill>
              <a:srgbClr val="DEE6EF"/>
            </a:solidFill>
            <a:ln w="216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6800" rIns="90000" bIns="468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33" name=""/>
            <p:cNvSpPr/>
            <p:nvPr/>
          </p:nvSpPr>
          <p:spPr>
            <a:xfrm>
              <a:off x="948960" y="2844000"/>
              <a:ext cx="179640" cy="179640"/>
            </a:xfrm>
            <a:prstGeom prst="ellipse">
              <a:avLst/>
            </a:prstGeom>
            <a:solidFill>
              <a:srgbClr val="CCADA5"/>
            </a:solidFill>
            <a:ln w="144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8200" tIns="43200" rIns="88200" bIns="432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36" name=""/>
            <p:cNvSpPr/>
            <p:nvPr/>
          </p:nvSpPr>
          <p:spPr>
            <a:xfrm>
              <a:off x="948960" y="3060000"/>
              <a:ext cx="179640" cy="179640"/>
            </a:xfrm>
            <a:prstGeom prst="ellipse">
              <a:avLst/>
            </a:prstGeom>
            <a:solidFill>
              <a:srgbClr val="DEE6EF"/>
            </a:solidFill>
            <a:ln w="216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6800" rIns="90000" bIns="468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35" name=""/>
            <p:cNvSpPr/>
            <p:nvPr/>
          </p:nvSpPr>
          <p:spPr>
            <a:xfrm>
              <a:off x="671040" y="3060000"/>
              <a:ext cx="179640" cy="179640"/>
            </a:xfrm>
            <a:prstGeom prst="ellipse">
              <a:avLst/>
            </a:prstGeom>
            <a:solidFill>
              <a:srgbClr val="CCADA5"/>
            </a:solidFill>
            <a:ln w="144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8200" tIns="43200" rIns="88200" bIns="432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38" name=""/>
            <p:cNvSpPr/>
            <p:nvPr/>
          </p:nvSpPr>
          <p:spPr>
            <a:xfrm flipH="1">
              <a:off x="1172520" y="3276000"/>
              <a:ext cx="179640" cy="179640"/>
            </a:xfrm>
            <a:prstGeom prst="ellipse">
              <a:avLst/>
            </a:prstGeom>
            <a:solidFill>
              <a:srgbClr val="D3DAE3"/>
            </a:solidFill>
            <a:ln w="198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39" name=""/>
            <p:cNvSpPr/>
            <p:nvPr/>
          </p:nvSpPr>
          <p:spPr>
            <a:xfrm flipH="1">
              <a:off x="444600" y="3276000"/>
              <a:ext cx="179640" cy="179640"/>
            </a:xfrm>
            <a:prstGeom prst="ellipse">
              <a:avLst/>
            </a:prstGeom>
            <a:solidFill>
              <a:srgbClr val="D9B8AF"/>
            </a:solidFill>
            <a:ln w="162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9280" tIns="44280" rIns="89280" bIns="4428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41" name=""/>
            <p:cNvSpPr/>
            <p:nvPr/>
          </p:nvSpPr>
          <p:spPr>
            <a:xfrm flipH="1">
              <a:off x="1258560" y="3492000"/>
              <a:ext cx="179640" cy="179640"/>
            </a:xfrm>
            <a:prstGeom prst="ellipse">
              <a:avLst/>
            </a:prstGeom>
            <a:solidFill>
              <a:srgbClr val="C7CED6"/>
            </a:solidFill>
            <a:ln w="180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42" name=""/>
            <p:cNvSpPr/>
            <p:nvPr/>
          </p:nvSpPr>
          <p:spPr>
            <a:xfrm flipH="1">
              <a:off x="358560" y="3492000"/>
              <a:ext cx="179640" cy="179640"/>
            </a:xfrm>
            <a:prstGeom prst="ellipse">
              <a:avLst/>
            </a:prstGeom>
            <a:solidFill>
              <a:srgbClr val="E6C2B9"/>
            </a:solidFill>
            <a:ln w="180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44" name=""/>
            <p:cNvSpPr/>
            <p:nvPr/>
          </p:nvSpPr>
          <p:spPr>
            <a:xfrm flipH="1">
              <a:off x="1172520" y="3708000"/>
              <a:ext cx="179640" cy="179640"/>
            </a:xfrm>
            <a:prstGeom prst="ellipse">
              <a:avLst/>
            </a:prstGeom>
            <a:solidFill>
              <a:srgbClr val="BCC2C9"/>
            </a:solidFill>
            <a:ln w="162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9280" tIns="44280" rIns="89280" bIns="4428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45" name=""/>
            <p:cNvSpPr/>
            <p:nvPr/>
          </p:nvSpPr>
          <p:spPr>
            <a:xfrm flipH="1">
              <a:off x="444600" y="3708000"/>
              <a:ext cx="179640" cy="179640"/>
            </a:xfrm>
            <a:prstGeom prst="ellipse">
              <a:avLst/>
            </a:prstGeom>
            <a:solidFill>
              <a:srgbClr val="F2CDC4"/>
            </a:solidFill>
            <a:ln w="198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47" name=""/>
            <p:cNvSpPr/>
            <p:nvPr/>
          </p:nvSpPr>
          <p:spPr>
            <a:xfrm flipH="1">
              <a:off x="947520" y="3924000"/>
              <a:ext cx="179640" cy="179640"/>
            </a:xfrm>
            <a:prstGeom prst="ellipse">
              <a:avLst/>
            </a:prstGeom>
            <a:solidFill>
              <a:srgbClr val="AFB6BD"/>
            </a:solidFill>
            <a:ln w="144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8200" tIns="43200" rIns="88200" bIns="432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48" name=""/>
            <p:cNvSpPr/>
            <p:nvPr/>
          </p:nvSpPr>
          <p:spPr>
            <a:xfrm flipH="1">
              <a:off x="669600" y="3924000"/>
              <a:ext cx="179640" cy="179640"/>
            </a:xfrm>
            <a:prstGeom prst="ellipse">
              <a:avLst/>
            </a:prstGeom>
            <a:solidFill>
              <a:srgbClr val="FFD8CE"/>
            </a:solidFill>
            <a:ln w="216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6800" rIns="90000" bIns="468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51" name=""/>
            <p:cNvSpPr/>
            <p:nvPr/>
          </p:nvSpPr>
          <p:spPr>
            <a:xfrm flipH="1">
              <a:off x="669600" y="4140000"/>
              <a:ext cx="179640" cy="179640"/>
            </a:xfrm>
            <a:prstGeom prst="ellipse">
              <a:avLst/>
            </a:prstGeom>
            <a:solidFill>
              <a:srgbClr val="AFB6BD"/>
            </a:solidFill>
            <a:ln w="144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8200" tIns="43200" rIns="88200" bIns="432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50" name=""/>
            <p:cNvSpPr/>
            <p:nvPr/>
          </p:nvSpPr>
          <p:spPr>
            <a:xfrm flipH="1">
              <a:off x="947520" y="4140000"/>
              <a:ext cx="179640" cy="179640"/>
            </a:xfrm>
            <a:prstGeom prst="ellipse">
              <a:avLst/>
            </a:prstGeom>
            <a:solidFill>
              <a:srgbClr val="FFD8CE"/>
            </a:solidFill>
            <a:ln w="216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6800" rIns="90000" bIns="468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53" name=""/>
            <p:cNvSpPr/>
            <p:nvPr/>
          </p:nvSpPr>
          <p:spPr>
            <a:xfrm>
              <a:off x="446040" y="4356000"/>
              <a:ext cx="179640" cy="179640"/>
            </a:xfrm>
            <a:prstGeom prst="ellipse">
              <a:avLst/>
            </a:prstGeom>
            <a:solidFill>
              <a:srgbClr val="BCC2C9"/>
            </a:solidFill>
            <a:ln w="162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9280" tIns="44280" rIns="89280" bIns="4428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54" name=""/>
            <p:cNvSpPr/>
            <p:nvPr/>
          </p:nvSpPr>
          <p:spPr>
            <a:xfrm>
              <a:off x="1173960" y="4356000"/>
              <a:ext cx="179640" cy="179640"/>
            </a:xfrm>
            <a:prstGeom prst="ellipse">
              <a:avLst/>
            </a:prstGeom>
            <a:solidFill>
              <a:srgbClr val="F2CDC4"/>
            </a:solidFill>
            <a:ln w="198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56" name=""/>
            <p:cNvSpPr/>
            <p:nvPr/>
          </p:nvSpPr>
          <p:spPr>
            <a:xfrm>
              <a:off x="360000" y="4572000"/>
              <a:ext cx="179640" cy="179640"/>
            </a:xfrm>
            <a:prstGeom prst="ellipse">
              <a:avLst/>
            </a:prstGeom>
            <a:solidFill>
              <a:srgbClr val="C7CED6"/>
            </a:solidFill>
            <a:ln w="180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57" name=""/>
            <p:cNvSpPr/>
            <p:nvPr/>
          </p:nvSpPr>
          <p:spPr>
            <a:xfrm>
              <a:off x="1260000" y="4572000"/>
              <a:ext cx="179640" cy="179640"/>
            </a:xfrm>
            <a:prstGeom prst="ellipse">
              <a:avLst/>
            </a:prstGeom>
            <a:solidFill>
              <a:srgbClr val="E6C2B9"/>
            </a:solidFill>
            <a:ln w="180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59" name=""/>
            <p:cNvSpPr/>
            <p:nvPr/>
          </p:nvSpPr>
          <p:spPr>
            <a:xfrm>
              <a:off x="446040" y="4788000"/>
              <a:ext cx="179640" cy="179640"/>
            </a:xfrm>
            <a:prstGeom prst="ellipse">
              <a:avLst/>
            </a:prstGeom>
            <a:solidFill>
              <a:srgbClr val="D3DAE3"/>
            </a:solidFill>
            <a:ln w="198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60" name=""/>
            <p:cNvSpPr/>
            <p:nvPr/>
          </p:nvSpPr>
          <p:spPr>
            <a:xfrm>
              <a:off x="1173960" y="4788000"/>
              <a:ext cx="179640" cy="179640"/>
            </a:xfrm>
            <a:prstGeom prst="ellipse">
              <a:avLst/>
            </a:prstGeom>
            <a:solidFill>
              <a:srgbClr val="D9B8AF"/>
            </a:solidFill>
            <a:ln w="162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9280" tIns="44280" rIns="89280" bIns="4428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62" name=""/>
            <p:cNvSpPr/>
            <p:nvPr/>
          </p:nvSpPr>
          <p:spPr>
            <a:xfrm>
              <a:off x="671040" y="5004000"/>
              <a:ext cx="179640" cy="179640"/>
            </a:xfrm>
            <a:prstGeom prst="ellipse">
              <a:avLst/>
            </a:prstGeom>
            <a:solidFill>
              <a:srgbClr val="DEE6EF"/>
            </a:solidFill>
            <a:ln w="216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6800" rIns="90000" bIns="468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63" name=""/>
            <p:cNvSpPr/>
            <p:nvPr/>
          </p:nvSpPr>
          <p:spPr>
            <a:xfrm>
              <a:off x="948960" y="5004000"/>
              <a:ext cx="179640" cy="179640"/>
            </a:xfrm>
            <a:prstGeom prst="ellipse">
              <a:avLst/>
            </a:prstGeom>
            <a:solidFill>
              <a:srgbClr val="CCADA5"/>
            </a:solidFill>
            <a:ln w="144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8200" tIns="43200" rIns="88200" bIns="432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66" name=""/>
            <p:cNvSpPr/>
            <p:nvPr/>
          </p:nvSpPr>
          <p:spPr>
            <a:xfrm>
              <a:off x="948960" y="5220000"/>
              <a:ext cx="179640" cy="179640"/>
            </a:xfrm>
            <a:prstGeom prst="ellipse">
              <a:avLst/>
            </a:prstGeom>
            <a:solidFill>
              <a:srgbClr val="DEE6EF"/>
            </a:solidFill>
            <a:ln w="216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6800" rIns="90000" bIns="468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65" name=""/>
            <p:cNvSpPr/>
            <p:nvPr/>
          </p:nvSpPr>
          <p:spPr>
            <a:xfrm>
              <a:off x="671040" y="5220000"/>
              <a:ext cx="179640" cy="179640"/>
            </a:xfrm>
            <a:prstGeom prst="ellipse">
              <a:avLst/>
            </a:prstGeom>
            <a:solidFill>
              <a:srgbClr val="CCADA5"/>
            </a:solidFill>
            <a:ln w="144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8200" tIns="43200" rIns="88200" bIns="432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68" name=""/>
            <p:cNvSpPr/>
            <p:nvPr/>
          </p:nvSpPr>
          <p:spPr>
            <a:xfrm flipH="1">
              <a:off x="1172520" y="5436000"/>
              <a:ext cx="179640" cy="179640"/>
            </a:xfrm>
            <a:prstGeom prst="ellipse">
              <a:avLst/>
            </a:prstGeom>
            <a:solidFill>
              <a:srgbClr val="D3DAE3"/>
            </a:solidFill>
            <a:ln w="198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69" name=""/>
            <p:cNvSpPr/>
            <p:nvPr/>
          </p:nvSpPr>
          <p:spPr>
            <a:xfrm flipH="1">
              <a:off x="444600" y="5436000"/>
              <a:ext cx="179640" cy="179640"/>
            </a:xfrm>
            <a:prstGeom prst="ellipse">
              <a:avLst/>
            </a:prstGeom>
            <a:solidFill>
              <a:srgbClr val="D9B8AF"/>
            </a:solidFill>
            <a:ln w="162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9280" tIns="44280" rIns="89280" bIns="4428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71" name=""/>
            <p:cNvSpPr/>
            <p:nvPr/>
          </p:nvSpPr>
          <p:spPr>
            <a:xfrm flipH="1">
              <a:off x="1258560" y="5652000"/>
              <a:ext cx="179640" cy="179640"/>
            </a:xfrm>
            <a:prstGeom prst="ellipse">
              <a:avLst/>
            </a:prstGeom>
            <a:solidFill>
              <a:srgbClr val="C7CED6"/>
            </a:solidFill>
            <a:ln w="180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72" name=""/>
            <p:cNvSpPr/>
            <p:nvPr/>
          </p:nvSpPr>
          <p:spPr>
            <a:xfrm flipH="1">
              <a:off x="358560" y="5652000"/>
              <a:ext cx="179640" cy="179640"/>
            </a:xfrm>
            <a:prstGeom prst="ellipse">
              <a:avLst/>
            </a:prstGeom>
            <a:solidFill>
              <a:srgbClr val="E6C2B9"/>
            </a:solidFill>
            <a:ln w="180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1620000" y="216000"/>
            <a:ext cx="8099640" cy="935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tabLst>
                <a:tab pos="0" algn="l"/>
              </a:tabLst>
              <a:defRPr lang="en-US" sz="3300" b="0" u="none" strike="noStrike">
                <a:solidFill>
                  <a:srgbClr val="050505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Click to edit the title text format</a:t>
            </a:r>
            <a:endParaRPr lang="en-US" sz="33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 type="ftr" idx="4"/>
          </p:nvPr>
        </p:nvSpPr>
        <p:spPr>
          <a:xfrm>
            <a:off x="3987000" y="5164920"/>
            <a:ext cx="319464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 type="sldNum" idx="5"/>
          </p:nvPr>
        </p:nvSpPr>
        <p:spPr>
          <a:xfrm>
            <a:off x="7227000" y="516492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D2FE1B0-63E7-4F85-AFDE-C020D2A903CF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" name="PlaceHolder 4"/>
          <p:cNvSpPr>
            <a:spLocks noGrp="1"/>
          </p:cNvSpPr>
          <p:nvPr>
            <p:ph type="dt" idx="6"/>
          </p:nvPr>
        </p:nvSpPr>
        <p:spPr>
          <a:xfrm>
            <a:off x="1584000" y="516492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Aft>
                <a:spcPts val="1060"/>
              </a:spcAft>
              <a:buClr>
                <a:srgbClr val="000000"/>
              </a:buClr>
              <a:buSzPct val="40000"/>
              <a:buFont typeface="Wingdings" charset="2"/>
              <a:buChar char=""/>
              <a:def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defRPr>
            </a:lvl1pPr>
            <a:lvl2pPr lvl="1" algn="l">
              <a:spcAft>
                <a:spcPts val="848"/>
              </a:spcAft>
              <a:buClr>
                <a:srgbClr val="000000"/>
              </a:buClr>
              <a:buSzPct val="75000"/>
              <a:buFont typeface="Symbol" charset="2"/>
              <a:buChar char=""/>
              <a:defRPr lang="en-US" sz="2100" b="0" u="none" strike="noStrike">
                <a:solidFill>
                  <a:srgbClr val="050505"/>
                </a:solidFill>
                <a:effectLst/>
                <a:uFillTx/>
                <a:latin typeface="Times New Roman"/>
              </a:defRPr>
            </a:lvl2pPr>
            <a:lvl3pPr lvl="2" algn="l">
              <a:spcAft>
                <a:spcPts val="632"/>
              </a:spcAft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50505"/>
                </a:solidFill>
                <a:effectLst/>
                <a:uFillTx/>
                <a:latin typeface="Times New Roman"/>
              </a:defRPr>
            </a:lvl3pPr>
            <a:lvl4pPr lvl="3" algn="l">
              <a:spcAft>
                <a:spcPts val="422"/>
              </a:spcAft>
              <a:buClr>
                <a:srgbClr val="000000"/>
              </a:buClr>
              <a:buSzPct val="75000"/>
              <a:buFont typeface="Symbol" charset="2"/>
              <a:buChar char=""/>
              <a:defRPr lang="en-US" sz="1500" b="0" u="none" strike="noStrike">
                <a:solidFill>
                  <a:srgbClr val="050505"/>
                </a:solidFill>
                <a:effectLst/>
                <a:uFillTx/>
                <a:latin typeface="Times New Roman"/>
              </a:defRPr>
            </a:lvl4pPr>
            <a:lvl5pPr lvl="4" algn="l">
              <a:spcAft>
                <a:spcPts val="210"/>
              </a:spcAft>
              <a:buClr>
                <a:srgbClr val="000000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50505"/>
                </a:solidFill>
                <a:effectLst/>
                <a:uFillTx/>
                <a:latin typeface="Times New Roman"/>
              </a:defRPr>
            </a:lvl5pPr>
            <a:lvl6pPr lvl="5" algn="l">
              <a:spcAft>
                <a:spcPts val="210"/>
              </a:spcAft>
              <a:buClr>
                <a:srgbClr val="000000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50505"/>
                </a:solidFill>
                <a:effectLst/>
                <a:uFillTx/>
                <a:latin typeface="Times New Roman"/>
              </a:defRPr>
            </a:lvl6pPr>
            <a:lvl7pPr lvl="6" algn="l">
              <a:spcAft>
                <a:spcPts val="210"/>
              </a:spcAft>
              <a:buClr>
                <a:srgbClr val="000000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50505"/>
                </a:solidFill>
                <a:effectLst/>
                <a:uFillTx/>
                <a:latin typeface="Times New Roman"/>
              </a:defRPr>
            </a:lvl7pPr>
          </a:lstStyle>
          <a:p>
            <a:pPr indent="-324000" algn="l">
              <a:spcAft>
                <a:spcPts val="1060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Click to edit the outline text format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864000" lvl="1" indent="-324000" algn="l">
              <a:spcAft>
                <a:spcPts val="848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Second Outline Level</a:t>
            </a:r>
            <a:endParaRPr lang="en-US" sz="21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1296000" lvl="2" indent="-288000" algn="l">
              <a:spcAft>
                <a:spcPts val="63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Third Outline Level</a:t>
            </a:r>
            <a:endParaRPr lang="en-US" sz="18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1728000" lvl="3" indent="-216000" algn="l">
              <a:spcAft>
                <a:spcPts val="422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5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Fourth Outline Level</a:t>
            </a:r>
            <a:endParaRPr lang="en-US" sz="15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2160000" lvl="4" indent="-216000" algn="l">
              <a:spcAft>
                <a:spcPts val="21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Fifth Outline Level</a:t>
            </a:r>
            <a:endParaRPr lang="en-US" sz="15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2592000" lvl="5" indent="-216000" algn="l">
              <a:spcAft>
                <a:spcPts val="21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Sixth Outline Level</a:t>
            </a:r>
            <a:endParaRPr lang="en-US" sz="15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3024000" lvl="6" indent="-216000" algn="l">
              <a:spcAft>
                <a:spcPts val="21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Seventh Outline Level</a:t>
            </a:r>
            <a:endParaRPr lang="en-US" sz="15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jpe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hyperlink" Target="https://github.com/ncsa/llmflux-workshop" TargetMode="External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PlaceHolder 1"/>
          <p:cNvSpPr>
            <a:spLocks noGrp="1"/>
          </p:cNvSpPr>
          <p:nvPr>
            <p:ph type="title"/>
          </p:nvPr>
        </p:nvSpPr>
        <p:spPr>
          <a:xfrm>
            <a:off x="1620000" y="216000"/>
            <a:ext cx="8099640" cy="935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LLMFlux: Batch Processing with LLMs</a:t>
            </a:r>
            <a:endParaRPr lang="en-US" sz="33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</p:txBody>
      </p:sp>
      <p:sp>
        <p:nvSpPr>
          <p:cNvPr id="181" name="PlaceHolder 2"/>
          <p:cNvSpPr>
            <a:spLocks noGrp="1"/>
          </p:cNvSpPr>
          <p:nvPr>
            <p:ph type="subTitle"/>
          </p:nvPr>
        </p:nvSpPr>
        <p:spPr>
          <a:xfrm>
            <a:off x="2644200" y="2285640"/>
            <a:ext cx="5585040" cy="182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spcAft>
                <a:spcPts val="1060"/>
              </a:spcAft>
              <a:buNone/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Joshua Allen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Aft>
                <a:spcPts val="1060"/>
              </a:spcAft>
              <a:buNone/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Senior Research Programmer, NCSA Genomics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Aft>
                <a:spcPts val="1060"/>
              </a:spcAft>
              <a:buNone/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10/6/2026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Aft>
                <a:spcPts val="1060"/>
              </a:spcAft>
              <a:buNone/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NCSA AI/HPC Regional Workshop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"/>
          <p:cNvSpPr/>
          <p:nvPr/>
        </p:nvSpPr>
        <p:spPr>
          <a:xfrm>
            <a:off x="4948560" y="2719440"/>
            <a:ext cx="180360" cy="229680"/>
          </a:xfrm>
          <a:prstGeom prst="rect">
            <a:avLst/>
          </a:prstGeom>
          <a:noFill/>
          <a:ln w="18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" name=""/>
          <p:cNvSpPr/>
          <p:nvPr/>
        </p:nvSpPr>
        <p:spPr>
          <a:xfrm>
            <a:off x="4948560" y="2719440"/>
            <a:ext cx="180360" cy="229680"/>
          </a:xfrm>
          <a:prstGeom prst="rect">
            <a:avLst/>
          </a:prstGeom>
          <a:noFill/>
          <a:ln w="18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84" name="Google Shape;513;p50"/>
          <p:cNvPicPr/>
          <p:nvPr/>
        </p:nvPicPr>
        <p:blipFill>
          <a:blip r:embed="rId1"/>
          <a:srcRect l="0" t="9738" r="0" b="0"/>
          <a:stretch/>
        </p:blipFill>
        <p:spPr>
          <a:xfrm>
            <a:off x="2557440" y="5047920"/>
            <a:ext cx="387720" cy="43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5" name="Google Shape;514;p50"/>
          <p:cNvSpPr/>
          <p:nvPr/>
        </p:nvSpPr>
        <p:spPr>
          <a:xfrm>
            <a:off x="2945520" y="5181120"/>
            <a:ext cx="6198120" cy="17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0" rIns="90000" bIns="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000" b="1" u="none" strike="noStrike">
                <a:solidFill>
                  <a:srgbClr val="09274D"/>
                </a:solidFill>
                <a:effectLst/>
                <a:uFillTx/>
                <a:latin typeface="Source Sans Pro"/>
                <a:ea typeface="Source Sans Pro"/>
              </a:rPr>
              <a:t>NCSA</a:t>
            </a:r>
            <a:r>
              <a:rPr lang="en" sz="1000" b="0" u="none" strike="noStrike">
                <a:solidFill>
                  <a:srgbClr val="FFFFFF"/>
                </a:solidFill>
                <a:effectLst/>
                <a:uFillTx/>
                <a:latin typeface="Source Sans Pro"/>
                <a:ea typeface="Source Sans Pro"/>
              </a:rPr>
              <a:t> </a:t>
            </a:r>
            <a:r>
              <a:rPr lang="en" sz="1000" b="0" u="none" strike="noStrike">
                <a:solidFill>
                  <a:srgbClr val="13294B"/>
                </a:solidFill>
                <a:effectLst/>
                <a:uFillTx/>
                <a:latin typeface="Source Sans Pro"/>
                <a:ea typeface="Source Sans Pro"/>
              </a:rPr>
              <a:t> </a:t>
            </a:r>
            <a:r>
              <a:rPr lang="en" sz="1000" b="0" u="none" strike="noStrike">
                <a:solidFill>
                  <a:srgbClr val="FF5F05"/>
                </a:solidFill>
                <a:effectLst/>
                <a:uFillTx/>
                <a:latin typeface="Source Sans Pro"/>
                <a:ea typeface="Source Sans Pro"/>
              </a:rPr>
              <a:t>|</a:t>
            </a:r>
            <a:r>
              <a:rPr lang="en" sz="1000" b="0" u="none" strike="noStrike">
                <a:solidFill>
                  <a:srgbClr val="FFFFFF"/>
                </a:solidFill>
                <a:effectLst/>
                <a:uFillTx/>
                <a:latin typeface="Source Sans Pro"/>
                <a:ea typeface="Source Sans Pro"/>
              </a:rPr>
              <a:t>  </a:t>
            </a:r>
            <a:r>
              <a:rPr lang="en" sz="1000" b="1" u="none" strike="noStrike">
                <a:solidFill>
                  <a:srgbClr val="09274D"/>
                </a:solidFill>
                <a:effectLst/>
                <a:uFillTx/>
                <a:latin typeface="Source Sans Pro"/>
                <a:ea typeface="Source Sans Pro"/>
              </a:rPr>
              <a:t>ILLINOIS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6915B3A-E810-4D0C-8106-401D8BBDC704}" type="slidenum">
              <a:t>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1620000" y="216000"/>
            <a:ext cx="8099640" cy="935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LLMs in Biological Work</a:t>
            </a:r>
            <a:endParaRPr lang="en-US" sz="33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/>
          </p:nvPr>
        </p:nvSpPr>
        <p:spPr>
          <a:xfrm>
            <a:off x="1620000" y="1368000"/>
            <a:ext cx="820980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324000" indent="-324000" algn="l">
              <a:spcAft>
                <a:spcPts val="106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Annotate thousands of photos from the web site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324000" indent="-324000" algn="l">
              <a:spcAft>
                <a:spcPts val="106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Protein structure prediction (AlphaFold)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324000" indent="-324000" algn="l">
              <a:spcAft>
                <a:spcPts val="106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Generate synthetic data (hundreds of records for each of millions of patients)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324000" indent="-324000" algn="l">
              <a:spcAft>
                <a:spcPts val="106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Analyze thousands of imaging files and make diagnostic predictions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</p:txBody>
      </p:sp>
      <p:pic>
        <p:nvPicPr>
          <p:cNvPr id="188" name="Picture 26"/>
          <p:cNvPicPr/>
          <p:nvPr/>
        </p:nvPicPr>
        <p:blipFill>
          <a:blip r:embed="rId1"/>
          <a:stretch/>
        </p:blipFill>
        <p:spPr>
          <a:xfrm>
            <a:off x="5760360" y="3743640"/>
            <a:ext cx="3840840" cy="1514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C36D44E-853F-4C93-B7C6-9689956599AB}" type="slidenum">
              <a:t>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PlaceHolder 1"/>
          <p:cNvSpPr>
            <a:spLocks noGrp="1"/>
          </p:cNvSpPr>
          <p:nvPr>
            <p:ph type="title"/>
          </p:nvPr>
        </p:nvSpPr>
        <p:spPr>
          <a:xfrm>
            <a:off x="1620000" y="228600"/>
            <a:ext cx="8099640" cy="935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File after File after File etc.</a:t>
            </a:r>
            <a:endParaRPr lang="en-US" sz="33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</p:txBody>
      </p:sp>
      <p:sp>
        <p:nvSpPr>
          <p:cNvPr id="190" name="PlaceHolder 2"/>
          <p:cNvSpPr>
            <a:spLocks noGrp="1"/>
          </p:cNvSpPr>
          <p:nvPr>
            <p:ph/>
          </p:nvPr>
        </p:nvSpPr>
        <p:spPr>
          <a:xfrm>
            <a:off x="1600200" y="1943640"/>
            <a:ext cx="5486040" cy="914040"/>
          </a:xfrm>
          <a:prstGeom prst="rect">
            <a:avLst/>
          </a:prstGeom>
          <a:noFill/>
          <a:ln w="0">
            <a:noFill/>
          </a:ln>
        </p:spPr>
        <p:txBody>
          <a:bodyPr numCol="2" spcCol="0" lIns="0" tIns="0" rIns="0" bIns="0" anchor="t">
            <a:normAutofit/>
          </a:bodyPr>
          <a:p>
            <a:pPr marL="864000" lvl="1" indent="-324000" algn="l">
              <a:lnSpc>
                <a:spcPct val="100000"/>
              </a:lnSpc>
              <a:spcAft>
                <a:spcPts val="848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Reads data</a:t>
            </a:r>
            <a:endParaRPr lang="en-US" sz="21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8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BAMs </a:t>
            </a:r>
            <a:endParaRPr lang="en-US" sz="21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8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Vcf</a:t>
            </a:r>
            <a:endParaRPr lang="en-US" sz="21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8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BigWig</a:t>
            </a:r>
            <a:endParaRPr lang="en-US" sz="21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</p:txBody>
      </p:sp>
      <p:sp>
        <p:nvSpPr>
          <p:cNvPr id="191" name=""/>
          <p:cNvSpPr/>
          <p:nvPr/>
        </p:nvSpPr>
        <p:spPr>
          <a:xfrm>
            <a:off x="1591920" y="1491840"/>
            <a:ext cx="7086240" cy="410400"/>
          </a:xfrm>
          <a:prstGeom prst="rect">
            <a:avLst/>
          </a:prstGeom>
          <a:noFill/>
          <a:ln w="18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Genomics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"/>
          <p:cNvSpPr/>
          <p:nvPr/>
        </p:nvSpPr>
        <p:spPr>
          <a:xfrm>
            <a:off x="1600200" y="2743200"/>
            <a:ext cx="2971440" cy="2651400"/>
          </a:xfrm>
          <a:prstGeom prst="rect">
            <a:avLst/>
          </a:prstGeom>
          <a:noFill/>
          <a:ln w="18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216000" indent="-216000">
              <a:lnSpc>
                <a:spcPct val="100000"/>
              </a:lnSpc>
              <a:spcAft>
                <a:spcPts val="100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Financial Records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100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Survey Forms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100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Patient Records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100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Scan Data 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00" lvl="2" indent="-216000">
              <a:lnSpc>
                <a:spcPct val="100000"/>
              </a:lnSpc>
              <a:spcAft>
                <a:spcPts val="100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CAT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00" lvl="2" indent="-216000">
              <a:lnSpc>
                <a:spcPct val="100000"/>
              </a:lnSpc>
              <a:spcAft>
                <a:spcPts val="100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MRI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3" name=""/>
          <p:cNvPicPr/>
          <p:nvPr/>
        </p:nvPicPr>
        <p:blipFill>
          <a:blip r:embed="rId1"/>
          <a:stretch/>
        </p:blipFill>
        <p:spPr>
          <a:xfrm>
            <a:off x="4845240" y="2971800"/>
            <a:ext cx="3384000" cy="2253600"/>
          </a:xfrm>
          <a:prstGeom prst="rect">
            <a:avLst/>
          </a:prstGeom>
          <a:noFill/>
          <a:ln w="1800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F38889B-939C-4F06-91BB-ABE10DD2460A}" type="slidenum">
              <a:t>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PlaceHolder 1"/>
          <p:cNvSpPr>
            <a:spLocks noGrp="1"/>
          </p:cNvSpPr>
          <p:nvPr>
            <p:ph type="title"/>
          </p:nvPr>
        </p:nvSpPr>
        <p:spPr>
          <a:xfrm>
            <a:off x="1620000" y="216000"/>
            <a:ext cx="8099640" cy="935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LLM services (at UIUC)</a:t>
            </a:r>
            <a:endParaRPr lang="en-US" sz="33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</p:txBody>
      </p:sp>
      <p:sp>
        <p:nvSpPr>
          <p:cNvPr id="195" name="PlaceHolder 2"/>
          <p:cNvSpPr>
            <a:spLocks noGrp="1"/>
          </p:cNvSpPr>
          <p:nvPr>
            <p:ph/>
          </p:nvPr>
        </p:nvSpPr>
        <p:spPr>
          <a:xfrm>
            <a:off x="1620000" y="1283760"/>
            <a:ext cx="8099640" cy="3973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 algn="l">
              <a:lnSpc>
                <a:spcPct val="100000"/>
              </a:lnSpc>
              <a:spcAft>
                <a:spcPts val="1060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Illinois Chat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8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Ask a model direct questions</a:t>
            </a:r>
            <a:endParaRPr lang="en-US" sz="21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8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Get answers with citations</a:t>
            </a:r>
            <a:endParaRPr lang="en-US" sz="21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432000" indent="-324000" algn="l">
              <a:lnSpc>
                <a:spcPct val="100000"/>
              </a:lnSpc>
              <a:spcAft>
                <a:spcPts val="1060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LLMHub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8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Always on chat models that you interact with via API or a Frontend</a:t>
            </a:r>
            <a:endParaRPr lang="en-US" sz="21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8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Arbitrary models, several model styles</a:t>
            </a:r>
            <a:endParaRPr lang="en-US" sz="21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432000" indent="-324000" algn="l">
              <a:lnSpc>
                <a:spcPct val="100000"/>
              </a:lnSpc>
              <a:spcAft>
                <a:spcPts val="1060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LLMFlux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8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Runs in the background, applies the same process to many inputs at once, then releases the GPU</a:t>
            </a:r>
            <a:endParaRPr lang="en-US" sz="21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</p:txBody>
      </p:sp>
      <p:pic>
        <p:nvPicPr>
          <p:cNvPr id="196" name=""/>
          <p:cNvPicPr/>
          <p:nvPr/>
        </p:nvPicPr>
        <p:blipFill>
          <a:blip r:embed="rId1"/>
          <a:stretch/>
        </p:blipFill>
        <p:spPr>
          <a:xfrm>
            <a:off x="5715000" y="1160280"/>
            <a:ext cx="4114800" cy="181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603233A-8E9F-44B6-A676-EB1EB5349D5C}" type="slidenum">
              <a:t>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PlaceHolder 1"/>
          <p:cNvSpPr>
            <a:spLocks noGrp="1"/>
          </p:cNvSpPr>
          <p:nvPr>
            <p:ph type="title"/>
          </p:nvPr>
        </p:nvSpPr>
        <p:spPr>
          <a:xfrm>
            <a:off x="1620000" y="216000"/>
            <a:ext cx="8099640" cy="935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Enter Batch Processing</a:t>
            </a:r>
            <a:endParaRPr lang="en-US" sz="33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</p:txBody>
      </p:sp>
      <p:sp>
        <p:nvSpPr>
          <p:cNvPr id="198" name=""/>
          <p:cNvSpPr/>
          <p:nvPr/>
        </p:nvSpPr>
        <p:spPr>
          <a:xfrm>
            <a:off x="1600200" y="1445040"/>
            <a:ext cx="8229240" cy="3126600"/>
          </a:xfrm>
          <a:prstGeom prst="rect">
            <a:avLst/>
          </a:prstGeom>
          <a:noFill/>
          <a:ln w="18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DejaVu Sans Mono"/>
              </a:rPr>
              <a:t>┌─────────┐   ┌─────────┐   ┌─────────┐   ┌─────────┐   ┌─────────┐   ┌──────────┐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DejaVu Sans Mono"/>
              </a:rPr>
              <a:t>│Your data│──▶│ Prompts │──▶│ Model   │──▶│ Answers │──▶│ Checks  │──▶│ Analysis │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DejaVu Sans Mono"/>
              </a:rPr>
              <a:t>│CSV, text│   │ (JSONL) │   │on a GPU │   │ (JSON)  │   │         │   │          │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DejaVu Sans Mono"/>
              </a:rPr>
              <a:t>└─────────┘   └─────────┘   └─────────┘   └─────────┘   └─────────┘   └──────────┘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DejaVu Sans Mono"/>
              </a:rPr>
              <a:t>└──────── you ────────┘     └ LLMFlux ┘   └──────────────── you ─────────────────┘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DejaVu Sans Mono"/>
              </a:rPr>
              <a:t>   make_prompts.py          llmflux run     show_results.py, then your usual tools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9" name=""/>
          <p:cNvPicPr/>
          <p:nvPr/>
        </p:nvPicPr>
        <p:blipFill>
          <a:blip r:embed="rId1"/>
          <a:stretch/>
        </p:blipFill>
        <p:spPr>
          <a:xfrm>
            <a:off x="3657600" y="3157200"/>
            <a:ext cx="3429000" cy="1872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0" name=""/>
          <p:cNvPicPr/>
          <p:nvPr/>
        </p:nvPicPr>
        <p:blipFill>
          <a:blip r:embed="rId2"/>
          <a:stretch/>
        </p:blipFill>
        <p:spPr>
          <a:xfrm>
            <a:off x="3429000" y="2971800"/>
            <a:ext cx="4114800" cy="224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C194D03-4811-4750-9C4F-CC9DB4C3C78D}" type="slidenum">
              <a:t>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/>
          </p:cNvSpPr>
          <p:nvPr>
            <p:ph type="title"/>
          </p:nvPr>
        </p:nvSpPr>
        <p:spPr>
          <a:xfrm>
            <a:off x="1620000" y="216000"/>
            <a:ext cx="8099640" cy="935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Design Interactively, Run in Batch</a:t>
            </a:r>
            <a:endParaRPr lang="en-US" sz="33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</p:txBody>
      </p:sp>
      <p:sp>
        <p:nvSpPr>
          <p:cNvPr id="202" name="PlaceHolder 2"/>
          <p:cNvSpPr>
            <a:spLocks noGrp="1"/>
          </p:cNvSpPr>
          <p:nvPr>
            <p:ph/>
          </p:nvPr>
        </p:nvSpPr>
        <p:spPr>
          <a:xfrm>
            <a:off x="1620000" y="1368000"/>
            <a:ext cx="809964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 algn="l">
              <a:lnSpc>
                <a:spcPct val="100000"/>
              </a:lnSpc>
              <a:spcAft>
                <a:spcPts val="1060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Set up the prompt interactively on a chat for a subset of examples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432000" indent="-324000" algn="l">
              <a:lnSpc>
                <a:spcPct val="100000"/>
              </a:lnSpc>
              <a:spcAft>
                <a:spcPts val="1060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Translate the prompt to JSONL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432000" indent="-324000" algn="l">
              <a:lnSpc>
                <a:spcPct val="100000"/>
              </a:lnSpc>
              <a:spcAft>
                <a:spcPts val="1060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Process 50,000 samples in one go in bulk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3E16DF6-97CD-4015-B327-9714A75BE5C4}" type="slidenum">
              <a:t>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PlaceHolder 1"/>
          <p:cNvSpPr>
            <a:spLocks noGrp="1"/>
          </p:cNvSpPr>
          <p:nvPr>
            <p:ph type="title"/>
          </p:nvPr>
        </p:nvSpPr>
        <p:spPr>
          <a:xfrm>
            <a:off x="1620000" y="216000"/>
            <a:ext cx="8099640" cy="935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Under the Hood</a:t>
            </a:r>
            <a:endParaRPr lang="en-US" sz="33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</p:txBody>
      </p:sp>
      <p:sp>
        <p:nvSpPr>
          <p:cNvPr id="204" name="PlaceHolder 2"/>
          <p:cNvSpPr>
            <a:spLocks noGrp="1"/>
          </p:cNvSpPr>
          <p:nvPr>
            <p:ph/>
          </p:nvPr>
        </p:nvSpPr>
        <p:spPr>
          <a:xfrm>
            <a:off x="1620000" y="1969560"/>
            <a:ext cx="809964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 algn="l">
              <a:lnSpc>
                <a:spcPct val="100000"/>
              </a:lnSpc>
              <a:spcAft>
                <a:spcPts val="1060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SLURM assigns GPU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432000" indent="-324000" algn="l">
              <a:lnSpc>
                <a:spcPct val="100000"/>
              </a:lnSpc>
              <a:spcAft>
                <a:spcPts val="1060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Container with the software embedded starts on GPU node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432000" indent="-324000" algn="l">
              <a:lnSpc>
                <a:spcPct val="100000"/>
              </a:lnSpc>
              <a:spcAft>
                <a:spcPts val="1060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Inference engine (vLLM) loads the weights in GPU memory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432000" indent="-324000" algn="l">
              <a:lnSpc>
                <a:spcPct val="100000"/>
              </a:lnSpc>
              <a:spcAft>
                <a:spcPts val="1060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Each request is processed by the model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432000" indent="-324000" algn="l">
              <a:lnSpc>
                <a:spcPct val="100000"/>
              </a:lnSpc>
              <a:spcAft>
                <a:spcPts val="1060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Answers written out in JSON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432000" indent="-324000" algn="l">
              <a:lnSpc>
                <a:spcPct val="100000"/>
              </a:lnSpc>
              <a:spcAft>
                <a:spcPts val="1060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GPU node released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</p:txBody>
      </p:sp>
      <p:sp>
        <p:nvSpPr>
          <p:cNvPr id="205" name=""/>
          <p:cNvSpPr/>
          <p:nvPr/>
        </p:nvSpPr>
        <p:spPr>
          <a:xfrm>
            <a:off x="3429000" y="1257120"/>
            <a:ext cx="4295160" cy="342720"/>
          </a:xfrm>
          <a:prstGeom prst="rect">
            <a:avLst/>
          </a:prstGeom>
          <a:noFill/>
          <a:ln w="18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login node → Slurm → GPU node → results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6" name=""/>
          <p:cNvPicPr/>
          <p:nvPr/>
        </p:nvPicPr>
        <p:blipFill>
          <a:blip r:embed="rId1"/>
          <a:stretch/>
        </p:blipFill>
        <p:spPr>
          <a:xfrm>
            <a:off x="5943600" y="3990240"/>
            <a:ext cx="2743200" cy="1321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9C0C86E-73EE-4F07-ABDF-8FB048543A0B}" type="slidenum">
              <a:t>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1620000" y="216000"/>
            <a:ext cx="8099640" cy="935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Why LLMFlux</a:t>
            </a:r>
            <a:endParaRPr lang="en-US" sz="33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</p:txBody>
      </p:sp>
      <p:sp>
        <p:nvSpPr>
          <p:cNvPr id="208" name="PlaceHolder 2"/>
          <p:cNvSpPr>
            <a:spLocks noGrp="1"/>
          </p:cNvSpPr>
          <p:nvPr>
            <p:ph/>
          </p:nvPr>
        </p:nvSpPr>
        <p:spPr>
          <a:xfrm>
            <a:off x="1620000" y="1368000"/>
            <a:ext cx="809964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9999"/>
          </a:bodyPr>
          <a:p>
            <a:pPr marL="432000" indent="-324000" algn="l">
              <a:lnSpc>
                <a:spcPct val="100000"/>
              </a:lnSpc>
              <a:spcAft>
                <a:spcPts val="1060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All the previous can be down manually: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8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Build a Slurm script</a:t>
            </a:r>
            <a:endParaRPr lang="en-US" sz="21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8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Find, build, load a container</a:t>
            </a:r>
            <a:endParaRPr lang="en-US" sz="21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8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Start an inference engine</a:t>
            </a:r>
            <a:endParaRPr lang="en-US" sz="21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8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Query the engine for updates</a:t>
            </a:r>
            <a:endParaRPr lang="en-US" sz="21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8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Set up automatic retries</a:t>
            </a:r>
            <a:endParaRPr lang="en-US" sz="21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8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Partial progress save on failure</a:t>
            </a:r>
            <a:endParaRPr lang="en-US" sz="21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432000" indent="-324000" algn="l">
              <a:lnSpc>
                <a:spcPct val="100000"/>
              </a:lnSpc>
              <a:spcAft>
                <a:spcPts val="1060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Or you can run a single command: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8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`llmflux run --model Qwen2.5-7B-Instruct --input prompts.jsonl`</a:t>
            </a:r>
            <a:endParaRPr lang="en-US" sz="21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289400D-B378-4685-9A2D-2FF80D98815E}" type="slidenum">
              <a:t>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/>
          </p:cNvSpPr>
          <p:nvPr>
            <p:ph type="title"/>
          </p:nvPr>
        </p:nvSpPr>
        <p:spPr>
          <a:xfrm>
            <a:off x="1620000" y="216000"/>
            <a:ext cx="8099640" cy="935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How do I fine-tune the results</a:t>
            </a:r>
            <a:endParaRPr lang="en-US" sz="33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</p:txBody>
      </p:sp>
      <p:sp>
        <p:nvSpPr>
          <p:cNvPr id="210" name="PlaceHolder 2"/>
          <p:cNvSpPr>
            <a:spLocks noGrp="1"/>
          </p:cNvSpPr>
          <p:nvPr>
            <p:ph/>
          </p:nvPr>
        </p:nvSpPr>
        <p:spPr>
          <a:xfrm>
            <a:off x="1620000" y="1368000"/>
            <a:ext cx="8099640" cy="3889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p>
            <a:pPr marL="432000" indent="-324000" algn="l">
              <a:lnSpc>
                <a:spcPct val="100000"/>
              </a:lnSpc>
              <a:spcAft>
                <a:spcPts val="1060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Training on labeled data and fine-tuning is an iterative and expensive process. Try these methods first: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8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Prompt tuning – rewrite the prompt with a couple of examples on the same data, try in a chat window first</a:t>
            </a:r>
            <a:endParaRPr lang="en-US" sz="21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8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Give the model full reference text – model input is much cheaper than model output</a:t>
            </a:r>
            <a:endParaRPr lang="en-US" sz="21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8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Change model – A larger or more specialized model may work better on your data than a smaller general purpose model</a:t>
            </a:r>
            <a:endParaRPr lang="en-US" sz="21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432000" indent="-324000" algn="l">
              <a:lnSpc>
                <a:spcPct val="100000"/>
              </a:lnSpc>
              <a:spcAft>
                <a:spcPts val="1060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If those fail, then may want to fine tune the training: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8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Train a model on your own labeled examples</a:t>
            </a:r>
            <a:endParaRPr lang="en-US" sz="21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8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Requires data, separate training methods</a:t>
            </a:r>
            <a:endParaRPr lang="en-US" sz="21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8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Pass new Model into LLMFlux via a custom config</a:t>
            </a:r>
            <a:endParaRPr lang="en-US" sz="21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E55AB1D-D574-40DC-B77B-26F50481656F}" type="slidenum">
              <a:t>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title"/>
          </p:nvPr>
        </p:nvSpPr>
        <p:spPr>
          <a:xfrm>
            <a:off x="1620000" y="216000"/>
            <a:ext cx="8099640" cy="935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Results</a:t>
            </a:r>
            <a:endParaRPr lang="en-US" sz="33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</p:txBody>
      </p:sp>
      <p:sp>
        <p:nvSpPr>
          <p:cNvPr id="212" name="PlaceHolder 2"/>
          <p:cNvSpPr>
            <a:spLocks noGrp="1"/>
          </p:cNvSpPr>
          <p:nvPr>
            <p:ph/>
          </p:nvPr>
        </p:nvSpPr>
        <p:spPr>
          <a:xfrm>
            <a:off x="1620000" y="1368000"/>
            <a:ext cx="546660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 algn="l">
              <a:lnSpc>
                <a:spcPct val="100000"/>
              </a:lnSpc>
              <a:spcAft>
                <a:spcPts val="1060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Most of the compute time is loading the model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432000" indent="-324000" algn="l">
              <a:lnSpc>
                <a:spcPct val="100000"/>
              </a:lnSpc>
              <a:spcAft>
                <a:spcPts val="1060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Once the model is loaded, it takes only minutes to process many input files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432000" indent="-324000" algn="l">
              <a:lnSpc>
                <a:spcPct val="100000"/>
              </a:lnSpc>
              <a:spcAft>
                <a:spcPts val="1060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Batch submission is very efficient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</p:txBody>
      </p:sp>
      <p:pic>
        <p:nvPicPr>
          <p:cNvPr id="213" name=""/>
          <p:cNvPicPr/>
          <p:nvPr/>
        </p:nvPicPr>
        <p:blipFill>
          <a:blip r:embed="rId1"/>
          <a:stretch/>
        </p:blipFill>
        <p:spPr>
          <a:xfrm>
            <a:off x="7259400" y="1390320"/>
            <a:ext cx="2341800" cy="3181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967B2CE-2480-43F7-9730-2AD5CB812361}" type="slidenum">
              <a:t>10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1620000" y="216000"/>
            <a:ext cx="8099640" cy="935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Analyzing the Output</a:t>
            </a:r>
            <a:endParaRPr lang="en-US" sz="33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/>
          </p:nvPr>
        </p:nvSpPr>
        <p:spPr>
          <a:xfrm>
            <a:off x="1620000" y="1368000"/>
            <a:ext cx="809964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 algn="l">
              <a:lnSpc>
                <a:spcPct val="100000"/>
              </a:lnSpc>
              <a:spcAft>
                <a:spcPts val="1060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48/48 replies usable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432000" indent="-324000" algn="l">
              <a:lnSpc>
                <a:spcPct val="100000"/>
              </a:lnSpc>
              <a:spcAft>
                <a:spcPts val="1060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Format Checks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8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Checking if it’s a valid JSON, requested output appears</a:t>
            </a:r>
            <a:endParaRPr lang="en-US" sz="21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8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Can be done programmatically</a:t>
            </a:r>
            <a:endParaRPr lang="en-US" sz="21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432000" indent="-324000" algn="l">
              <a:lnSpc>
                <a:spcPct val="100000"/>
              </a:lnSpc>
              <a:spcAft>
                <a:spcPts val="1060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Correctness Checks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8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P09 - The method actually contains text from the abstract</a:t>
            </a:r>
            <a:endParaRPr lang="en-US" sz="21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8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P06 – Null passed as a string</a:t>
            </a:r>
            <a:endParaRPr lang="en-US" sz="21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62FD64E-D28A-42F1-A075-37D30FD909FC}" type="slidenum">
              <a:t>11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/>
          </p:cNvSpPr>
          <p:nvPr>
            <p:ph type="title"/>
          </p:nvPr>
        </p:nvSpPr>
        <p:spPr>
          <a:xfrm>
            <a:off x="1620000" y="216000"/>
            <a:ext cx="8099640" cy="935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Try it for yourself!</a:t>
            </a:r>
            <a:endParaRPr lang="en-US" sz="33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</p:txBody>
      </p:sp>
      <p:sp>
        <p:nvSpPr>
          <p:cNvPr id="217" name="PlaceHolder 2"/>
          <p:cNvSpPr>
            <a:spLocks noGrp="1"/>
          </p:cNvSpPr>
          <p:nvPr>
            <p:ph/>
          </p:nvPr>
        </p:nvSpPr>
        <p:spPr>
          <a:xfrm>
            <a:off x="1620000" y="1368000"/>
            <a:ext cx="8099640" cy="460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p>
            <a:pPr marL="432000" indent="-324000" algn="l">
              <a:lnSpc>
                <a:spcPct val="100000"/>
              </a:lnSpc>
              <a:spcAft>
                <a:spcPts val="1060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Interactive demo: </a:t>
            </a:r>
            <a:r>
              <a:rPr lang="en-US" sz="2400" b="0" u="none" strike="noStrike">
                <a:solidFill>
                  <a:srgbClr val="0000EE"/>
                </a:solidFill>
                <a:effectLst/>
                <a:uFillTx/>
                <a:latin typeface="Times New Roman"/>
                <a:hlinkClick r:id="rId1"/>
              </a:rPr>
              <a:t>https://github.com/ncsa/llmflux-workshop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432000" indent="0" algn="l">
              <a:lnSpc>
                <a:spcPct val="100000"/>
              </a:lnSpc>
              <a:spcAft>
                <a:spcPts val="1060"/>
              </a:spcAft>
              <a:buNone/>
              <a:tabLst>
                <a:tab pos="0" algn="l"/>
              </a:tabLst>
            </a:pP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</p:txBody>
      </p:sp>
      <p:pic>
        <p:nvPicPr>
          <p:cNvPr id="218" name=""/>
          <p:cNvPicPr/>
          <p:nvPr/>
        </p:nvPicPr>
        <p:blipFill>
          <a:blip r:embed="rId2"/>
          <a:stretch/>
        </p:blipFill>
        <p:spPr>
          <a:xfrm>
            <a:off x="3429000" y="1999440"/>
            <a:ext cx="3029400" cy="3029400"/>
          </a:xfrm>
          <a:prstGeom prst="rect">
            <a:avLst/>
          </a:prstGeom>
          <a:noFill/>
          <a:ln w="1800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05E1EF3-24B0-45F1-85A4-06363538E111}" type="slidenum">
              <a:t>12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</TotalTime>
  <Application>LibreOffice/26.2.5.2$Linux_X86_64 LibreOffice_project/6d2b0d33fb0f5da53a12f98bed3e9973e56ff1f0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2026-10-02T21:59:34Z</dcterms:created>
  <dc:creator/>
  <dc:description>This work is licensed under a Creative Commons 0 License.
It makes use of the works of Alexander Wilms.</dc:description>
  <dc:language>en-US</dc:language>
  <cp:lastModifiedBy/>
  <dcterms:modified xsi:type="dcterms:W3CDTF">2026-10-05T15:11:45Z</dcterms:modified>
  <cp:revision>6</cp:revision>
  <dc:subject/>
  <dc:title>DNA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