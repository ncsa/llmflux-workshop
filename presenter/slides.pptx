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1620000" y="432000"/>
            <a:ext cx="8099280" cy="50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1620000" y="1368000"/>
            <a:ext cx="8099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B3F2D7-98BC-4F53-B303-0B9D2368696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1620000" y="432000"/>
            <a:ext cx="8099280" cy="50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Aft>
                <a:spcPts val="1060"/>
              </a:spcAft>
              <a:buNone/>
            </a:pP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BFB0AC3-BA15-47EC-A0CF-4D1884F3D6B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1620000" y="432000"/>
            <a:ext cx="8099280" cy="50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  <a:tabLst>
                <a:tab pos="0" algn="l"/>
              </a:tabLst>
            </a:pP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ubTitle"/>
          </p:nvPr>
        </p:nvSpPr>
        <p:spPr>
          <a:xfrm>
            <a:off x="1620000" y="1368000"/>
            <a:ext cx="8099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BB95766-1967-421F-BC3E-24AF25D55BE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"/>
          <p:cNvCxnSpPr>
            <a:stCxn id="3" idx="6"/>
            <a:endCxn id="4" idx="2"/>
          </p:cNvCxnSpPr>
          <p:nvPr/>
        </p:nvCxnSpPr>
        <p:spPr>
          <a:xfrm>
            <a:off x="539280" y="341640"/>
            <a:ext cx="72108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5" name=""/>
          <p:cNvCxnSpPr>
            <a:stCxn id="6" idx="6"/>
            <a:endCxn id="7" idx="2"/>
          </p:cNvCxnSpPr>
          <p:nvPr/>
        </p:nvCxnSpPr>
        <p:spPr>
          <a:xfrm>
            <a:off x="625320" y="557640"/>
            <a:ext cx="54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8" name=""/>
          <p:cNvCxnSpPr>
            <a:stCxn id="9" idx="6"/>
            <a:endCxn id="10" idx="2"/>
          </p:cNvCxnSpPr>
          <p:nvPr/>
        </p:nvCxnSpPr>
        <p:spPr>
          <a:xfrm>
            <a:off x="850320" y="773640"/>
            <a:ext cx="9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11" name=""/>
          <p:cNvCxnSpPr>
            <a:stCxn id="12" idx="6"/>
            <a:endCxn id="13" idx="2"/>
          </p:cNvCxnSpPr>
          <p:nvPr/>
        </p:nvCxnSpPr>
        <p:spPr>
          <a:xfrm>
            <a:off x="850320" y="989640"/>
            <a:ext cx="9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14" name=""/>
          <p:cNvCxnSpPr>
            <a:stCxn id="15" idx="6"/>
            <a:endCxn id="16" idx="2"/>
          </p:cNvCxnSpPr>
          <p:nvPr/>
        </p:nvCxnSpPr>
        <p:spPr>
          <a:xfrm rot="10800000">
            <a:off x="623880" y="1205640"/>
            <a:ext cx="549000" cy="360"/>
          </a:xfrm>
          <a:prstGeom prst="bentConnector5">
            <a:avLst>
              <a:gd name="adj1" fmla="val 17322"/>
              <a:gd name="adj2" fmla="val -24900000"/>
              <a:gd name="adj3" fmla="val 132677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17" name=""/>
          <p:cNvCxnSpPr>
            <a:stCxn id="18" idx="6"/>
            <a:endCxn id="19" idx="2"/>
          </p:cNvCxnSpPr>
          <p:nvPr/>
        </p:nvCxnSpPr>
        <p:spPr>
          <a:xfrm rot="10800000">
            <a:off x="537840" y="1421640"/>
            <a:ext cx="721080" cy="360"/>
          </a:xfrm>
          <a:prstGeom prst="bentConnector5">
            <a:avLst>
              <a:gd name="adj1" fmla="val 25124"/>
              <a:gd name="adj2" fmla="val -24900000"/>
              <a:gd name="adj3" fmla="val 124875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20" name=""/>
          <p:cNvCxnSpPr>
            <a:stCxn id="21" idx="6"/>
            <a:endCxn id="22" idx="2"/>
          </p:cNvCxnSpPr>
          <p:nvPr/>
        </p:nvCxnSpPr>
        <p:spPr>
          <a:xfrm rot="10800000">
            <a:off x="623880" y="1637640"/>
            <a:ext cx="549000" cy="360"/>
          </a:xfrm>
          <a:prstGeom prst="bentConnector5">
            <a:avLst>
              <a:gd name="adj1" fmla="val 17322"/>
              <a:gd name="adj2" fmla="val -24900000"/>
              <a:gd name="adj3" fmla="val 132677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23" name=""/>
          <p:cNvCxnSpPr>
            <a:stCxn id="24" idx="6"/>
            <a:endCxn id="25" idx="2"/>
          </p:cNvCxnSpPr>
          <p:nvPr/>
        </p:nvCxnSpPr>
        <p:spPr>
          <a:xfrm>
            <a:off x="848880" y="1853640"/>
            <a:ext cx="99000" cy="360"/>
          </a:xfrm>
          <a:prstGeom prst="bentConnector5">
            <a:avLst>
              <a:gd name="adj1" fmla="val -131751"/>
              <a:gd name="adj2" fmla="val -24900000"/>
              <a:gd name="adj3" fmla="val 281751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26" name=""/>
          <p:cNvCxnSpPr>
            <a:stCxn id="27" idx="6"/>
            <a:endCxn id="28" idx="2"/>
          </p:cNvCxnSpPr>
          <p:nvPr/>
        </p:nvCxnSpPr>
        <p:spPr>
          <a:xfrm>
            <a:off x="848880" y="2069640"/>
            <a:ext cx="99000" cy="360"/>
          </a:xfrm>
          <a:prstGeom prst="bentConnector5">
            <a:avLst>
              <a:gd name="adj1" fmla="val -131751"/>
              <a:gd name="adj2" fmla="val -24900000"/>
              <a:gd name="adj3" fmla="val 281751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29" name=""/>
          <p:cNvCxnSpPr>
            <a:stCxn id="30" idx="6"/>
            <a:endCxn id="31" idx="2"/>
          </p:cNvCxnSpPr>
          <p:nvPr/>
        </p:nvCxnSpPr>
        <p:spPr>
          <a:xfrm>
            <a:off x="625320" y="2285640"/>
            <a:ext cx="54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32" name=""/>
          <p:cNvCxnSpPr>
            <a:stCxn id="33" idx="6"/>
            <a:endCxn id="34" idx="2"/>
          </p:cNvCxnSpPr>
          <p:nvPr/>
        </p:nvCxnSpPr>
        <p:spPr>
          <a:xfrm>
            <a:off x="539280" y="2501640"/>
            <a:ext cx="72108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35" name=""/>
          <p:cNvCxnSpPr>
            <a:stCxn id="36" idx="6"/>
            <a:endCxn id="37" idx="2"/>
          </p:cNvCxnSpPr>
          <p:nvPr/>
        </p:nvCxnSpPr>
        <p:spPr>
          <a:xfrm>
            <a:off x="625320" y="2717640"/>
            <a:ext cx="54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38" name=""/>
          <p:cNvCxnSpPr>
            <a:stCxn id="39" idx="6"/>
            <a:endCxn id="40" idx="2"/>
          </p:cNvCxnSpPr>
          <p:nvPr/>
        </p:nvCxnSpPr>
        <p:spPr>
          <a:xfrm>
            <a:off x="850320" y="2933640"/>
            <a:ext cx="9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41" name=""/>
          <p:cNvCxnSpPr>
            <a:stCxn id="42" idx="6"/>
            <a:endCxn id="43" idx="2"/>
          </p:cNvCxnSpPr>
          <p:nvPr/>
        </p:nvCxnSpPr>
        <p:spPr>
          <a:xfrm>
            <a:off x="850320" y="3149640"/>
            <a:ext cx="9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44" name=""/>
          <p:cNvCxnSpPr>
            <a:stCxn id="45" idx="6"/>
            <a:endCxn id="46" idx="2"/>
          </p:cNvCxnSpPr>
          <p:nvPr/>
        </p:nvCxnSpPr>
        <p:spPr>
          <a:xfrm rot="10800000">
            <a:off x="623880" y="3365640"/>
            <a:ext cx="549000" cy="360"/>
          </a:xfrm>
          <a:prstGeom prst="bentConnector5">
            <a:avLst>
              <a:gd name="adj1" fmla="val 17322"/>
              <a:gd name="adj2" fmla="val -24900000"/>
              <a:gd name="adj3" fmla="val 132677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47" name=""/>
          <p:cNvCxnSpPr>
            <a:stCxn id="48" idx="6"/>
            <a:endCxn id="49" idx="2"/>
          </p:cNvCxnSpPr>
          <p:nvPr/>
        </p:nvCxnSpPr>
        <p:spPr>
          <a:xfrm rot="10800000">
            <a:off x="537840" y="3581640"/>
            <a:ext cx="721080" cy="360"/>
          </a:xfrm>
          <a:prstGeom prst="bentConnector5">
            <a:avLst>
              <a:gd name="adj1" fmla="val 25124"/>
              <a:gd name="adj2" fmla="val -24900000"/>
              <a:gd name="adj3" fmla="val 124875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50" name=""/>
          <p:cNvCxnSpPr>
            <a:stCxn id="51" idx="6"/>
            <a:endCxn id="52" idx="2"/>
          </p:cNvCxnSpPr>
          <p:nvPr/>
        </p:nvCxnSpPr>
        <p:spPr>
          <a:xfrm rot="10800000">
            <a:off x="623880" y="3797640"/>
            <a:ext cx="549000" cy="360"/>
          </a:xfrm>
          <a:prstGeom prst="bentConnector5">
            <a:avLst>
              <a:gd name="adj1" fmla="val 17322"/>
              <a:gd name="adj2" fmla="val -24900000"/>
              <a:gd name="adj3" fmla="val 132677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53" name=""/>
          <p:cNvCxnSpPr>
            <a:stCxn id="54" idx="6"/>
            <a:endCxn id="55" idx="2"/>
          </p:cNvCxnSpPr>
          <p:nvPr/>
        </p:nvCxnSpPr>
        <p:spPr>
          <a:xfrm>
            <a:off x="848880" y="4013640"/>
            <a:ext cx="99000" cy="360"/>
          </a:xfrm>
          <a:prstGeom prst="bentConnector5">
            <a:avLst>
              <a:gd name="adj1" fmla="val -131751"/>
              <a:gd name="adj2" fmla="val -24900000"/>
              <a:gd name="adj3" fmla="val 281751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56" name=""/>
          <p:cNvCxnSpPr>
            <a:stCxn id="57" idx="6"/>
            <a:endCxn id="58" idx="2"/>
          </p:cNvCxnSpPr>
          <p:nvPr/>
        </p:nvCxnSpPr>
        <p:spPr>
          <a:xfrm>
            <a:off x="848880" y="4229640"/>
            <a:ext cx="99000" cy="360"/>
          </a:xfrm>
          <a:prstGeom prst="bentConnector5">
            <a:avLst>
              <a:gd name="adj1" fmla="val -131751"/>
              <a:gd name="adj2" fmla="val -24900000"/>
              <a:gd name="adj3" fmla="val 281751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59" name=""/>
          <p:cNvCxnSpPr>
            <a:stCxn id="60" idx="6"/>
            <a:endCxn id="61" idx="2"/>
          </p:cNvCxnSpPr>
          <p:nvPr/>
        </p:nvCxnSpPr>
        <p:spPr>
          <a:xfrm>
            <a:off x="625320" y="4445640"/>
            <a:ext cx="54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62" name=""/>
          <p:cNvCxnSpPr>
            <a:stCxn id="63" idx="6"/>
            <a:endCxn id="64" idx="2"/>
          </p:cNvCxnSpPr>
          <p:nvPr/>
        </p:nvCxnSpPr>
        <p:spPr>
          <a:xfrm>
            <a:off x="539280" y="4661640"/>
            <a:ext cx="72108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65" name=""/>
          <p:cNvCxnSpPr>
            <a:stCxn id="66" idx="6"/>
            <a:endCxn id="67" idx="2"/>
          </p:cNvCxnSpPr>
          <p:nvPr/>
        </p:nvCxnSpPr>
        <p:spPr>
          <a:xfrm>
            <a:off x="625320" y="4877640"/>
            <a:ext cx="54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68" name=""/>
          <p:cNvCxnSpPr>
            <a:stCxn id="69" idx="6"/>
            <a:endCxn id="70" idx="2"/>
          </p:cNvCxnSpPr>
          <p:nvPr/>
        </p:nvCxnSpPr>
        <p:spPr>
          <a:xfrm>
            <a:off x="850320" y="5093640"/>
            <a:ext cx="9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71" name=""/>
          <p:cNvCxnSpPr>
            <a:stCxn id="72" idx="6"/>
            <a:endCxn id="73" idx="2"/>
          </p:cNvCxnSpPr>
          <p:nvPr/>
        </p:nvCxnSpPr>
        <p:spPr>
          <a:xfrm>
            <a:off x="850320" y="5309640"/>
            <a:ext cx="99000" cy="360"/>
          </a:xfrm>
          <a:prstGeom prst="bentConnector2">
            <a:avLst/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74" name=""/>
          <p:cNvCxnSpPr>
            <a:stCxn id="75" idx="6"/>
            <a:endCxn id="76" idx="2"/>
          </p:cNvCxnSpPr>
          <p:nvPr/>
        </p:nvCxnSpPr>
        <p:spPr>
          <a:xfrm rot="10800000">
            <a:off x="623880" y="5525640"/>
            <a:ext cx="549000" cy="360"/>
          </a:xfrm>
          <a:prstGeom prst="bentConnector5">
            <a:avLst>
              <a:gd name="adj1" fmla="val 17322"/>
              <a:gd name="adj2" fmla="val -24900000"/>
              <a:gd name="adj3" fmla="val 132677"/>
            </a:avLst>
          </a:prstGeom>
          <a:ln w="18000">
            <a:solidFill>
              <a:srgbClr val="2A6099"/>
            </a:solidFill>
            <a:round/>
          </a:ln>
        </p:spPr>
      </p:cxnSp>
      <p:cxnSp>
        <p:nvCxnSpPr>
          <p:cNvPr id="77" name=""/>
          <p:cNvCxnSpPr>
            <a:stCxn id="78" idx="6"/>
            <a:endCxn id="79" idx="2"/>
          </p:cNvCxnSpPr>
          <p:nvPr/>
        </p:nvCxnSpPr>
        <p:spPr>
          <a:xfrm rot="10800000">
            <a:off x="537840" y="5741640"/>
            <a:ext cx="721080" cy="360"/>
          </a:xfrm>
          <a:prstGeom prst="bentConnector5">
            <a:avLst>
              <a:gd name="adj1" fmla="val 25124"/>
              <a:gd name="adj2" fmla="val -24900000"/>
              <a:gd name="adj3" fmla="val 124875"/>
            </a:avLst>
          </a:prstGeom>
          <a:ln w="18000">
            <a:solidFill>
              <a:srgbClr val="2A6099"/>
            </a:solidFill>
            <a:round/>
          </a:ln>
        </p:spPr>
      </p:cxnSp>
      <p:sp>
        <p:nvSpPr>
          <p:cNvPr id="80" name=""/>
          <p:cNvSpPr/>
          <p:nvPr/>
        </p:nvSpPr>
        <p:spPr>
          <a:xfrm>
            <a:off x="446040" y="36000"/>
            <a:ext cx="179280" cy="179280"/>
          </a:xfrm>
          <a:prstGeom prst="ellipse">
            <a:avLst/>
          </a:prstGeom>
          <a:solidFill>
            <a:srgbClr val="BCC2C9"/>
          </a:solidFill>
          <a:ln w="162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173960" y="36000"/>
            <a:ext cx="179280" cy="179280"/>
          </a:xfrm>
          <a:prstGeom prst="ellipse">
            <a:avLst/>
          </a:prstGeom>
          <a:solidFill>
            <a:srgbClr val="F2CDC4"/>
          </a:solidFill>
          <a:ln w="198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"/>
          <p:cNvSpPr/>
          <p:nvPr/>
        </p:nvSpPr>
        <p:spPr>
          <a:xfrm>
            <a:off x="360000" y="252000"/>
            <a:ext cx="179280" cy="179280"/>
          </a:xfrm>
          <a:prstGeom prst="ellipse">
            <a:avLst/>
          </a:prstGeom>
          <a:solidFill>
            <a:srgbClr val="C7CED6"/>
          </a:solidFill>
          <a:ln w="180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"/>
          <p:cNvSpPr/>
          <p:nvPr/>
        </p:nvSpPr>
        <p:spPr>
          <a:xfrm>
            <a:off x="1260000" y="252000"/>
            <a:ext cx="179280" cy="179280"/>
          </a:xfrm>
          <a:prstGeom prst="ellipse">
            <a:avLst/>
          </a:prstGeom>
          <a:solidFill>
            <a:srgbClr val="E6C2B9"/>
          </a:solidFill>
          <a:ln w="180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446040" y="468000"/>
            <a:ext cx="179280" cy="179280"/>
          </a:xfrm>
          <a:prstGeom prst="ellipse">
            <a:avLst/>
          </a:prstGeom>
          <a:solidFill>
            <a:srgbClr val="D3DAE3"/>
          </a:solidFill>
          <a:ln w="198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1173960" y="468000"/>
            <a:ext cx="179280" cy="179280"/>
          </a:xfrm>
          <a:prstGeom prst="ellipse">
            <a:avLst/>
          </a:prstGeom>
          <a:solidFill>
            <a:srgbClr val="D9B8AF"/>
          </a:solidFill>
          <a:ln w="162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671040" y="684000"/>
            <a:ext cx="179280" cy="179280"/>
          </a:xfrm>
          <a:prstGeom prst="ellipse">
            <a:avLst/>
          </a:prstGeom>
          <a:solidFill>
            <a:srgbClr val="DEE6EF"/>
          </a:solidFill>
          <a:ln w="216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6800" rIns="89640" bIns="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948960" y="684000"/>
            <a:ext cx="179280" cy="179280"/>
          </a:xfrm>
          <a:prstGeom prst="ellipse">
            <a:avLst/>
          </a:prstGeom>
          <a:solidFill>
            <a:srgbClr val="CCADA5"/>
          </a:solidFill>
          <a:ln w="144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8200" tIns="43200" rIns="88200" bIns="43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948960" y="900000"/>
            <a:ext cx="179280" cy="179280"/>
          </a:xfrm>
          <a:prstGeom prst="ellipse">
            <a:avLst/>
          </a:prstGeom>
          <a:solidFill>
            <a:srgbClr val="DEE6EF"/>
          </a:solidFill>
          <a:ln w="216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6800" rIns="89640" bIns="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671040" y="900000"/>
            <a:ext cx="179280" cy="179280"/>
          </a:xfrm>
          <a:prstGeom prst="ellipse">
            <a:avLst/>
          </a:prstGeom>
          <a:solidFill>
            <a:srgbClr val="CCADA5"/>
          </a:solidFill>
          <a:ln w="144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8200" tIns="43200" rIns="88200" bIns="43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 flipH="1">
            <a:off x="1172520" y="1116000"/>
            <a:ext cx="179280" cy="179280"/>
          </a:xfrm>
          <a:prstGeom prst="ellipse">
            <a:avLst/>
          </a:prstGeom>
          <a:solidFill>
            <a:srgbClr val="D3DAE3"/>
          </a:solidFill>
          <a:ln w="198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 flipH="1">
            <a:off x="444600" y="1116000"/>
            <a:ext cx="179280" cy="179280"/>
          </a:xfrm>
          <a:prstGeom prst="ellipse">
            <a:avLst/>
          </a:prstGeom>
          <a:solidFill>
            <a:srgbClr val="D9B8AF"/>
          </a:solidFill>
          <a:ln w="162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 flipH="1">
            <a:off x="1258560" y="1332000"/>
            <a:ext cx="179280" cy="179280"/>
          </a:xfrm>
          <a:prstGeom prst="ellipse">
            <a:avLst/>
          </a:prstGeom>
          <a:solidFill>
            <a:srgbClr val="C7CED6"/>
          </a:solidFill>
          <a:ln w="180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 flipH="1">
            <a:off x="358560" y="1332000"/>
            <a:ext cx="179280" cy="179280"/>
          </a:xfrm>
          <a:prstGeom prst="ellipse">
            <a:avLst/>
          </a:prstGeom>
          <a:solidFill>
            <a:srgbClr val="E6C2B9"/>
          </a:solidFill>
          <a:ln w="180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 flipH="1">
            <a:off x="1172520" y="1548000"/>
            <a:ext cx="179280" cy="179280"/>
          </a:xfrm>
          <a:prstGeom prst="ellipse">
            <a:avLst/>
          </a:prstGeom>
          <a:solidFill>
            <a:srgbClr val="BCC2C9"/>
          </a:solidFill>
          <a:ln w="162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 flipH="1">
            <a:off x="444600" y="1548000"/>
            <a:ext cx="179280" cy="179280"/>
          </a:xfrm>
          <a:prstGeom prst="ellipse">
            <a:avLst/>
          </a:prstGeom>
          <a:solidFill>
            <a:srgbClr val="F2CDC4"/>
          </a:solidFill>
          <a:ln w="198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 flipH="1">
            <a:off x="947520" y="1764000"/>
            <a:ext cx="179280" cy="179280"/>
          </a:xfrm>
          <a:prstGeom prst="ellipse">
            <a:avLst/>
          </a:prstGeom>
          <a:solidFill>
            <a:srgbClr val="AFB6BD"/>
          </a:solidFill>
          <a:ln w="144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8200" tIns="43200" rIns="88200" bIns="43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 flipH="1">
            <a:off x="669600" y="1764000"/>
            <a:ext cx="179280" cy="179280"/>
          </a:xfrm>
          <a:prstGeom prst="ellipse">
            <a:avLst/>
          </a:prstGeom>
          <a:solidFill>
            <a:srgbClr val="FFD8CE"/>
          </a:solidFill>
          <a:ln w="216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6800" rIns="89640" bIns="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 flipH="1">
            <a:off x="669600" y="1980000"/>
            <a:ext cx="179280" cy="179280"/>
          </a:xfrm>
          <a:prstGeom prst="ellipse">
            <a:avLst/>
          </a:prstGeom>
          <a:solidFill>
            <a:srgbClr val="AFB6BD"/>
          </a:solidFill>
          <a:ln w="144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8200" tIns="43200" rIns="88200" bIns="43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 flipH="1">
            <a:off x="947520" y="1980000"/>
            <a:ext cx="179280" cy="179280"/>
          </a:xfrm>
          <a:prstGeom prst="ellipse">
            <a:avLst/>
          </a:prstGeom>
          <a:solidFill>
            <a:srgbClr val="FFD8CE"/>
          </a:solidFill>
          <a:ln w="216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6800" rIns="89640" bIns="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446040" y="2196000"/>
            <a:ext cx="179280" cy="179280"/>
          </a:xfrm>
          <a:prstGeom prst="ellipse">
            <a:avLst/>
          </a:prstGeom>
          <a:solidFill>
            <a:srgbClr val="BCC2C9"/>
          </a:solidFill>
          <a:ln w="162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1173960" y="2196000"/>
            <a:ext cx="179280" cy="179280"/>
          </a:xfrm>
          <a:prstGeom prst="ellipse">
            <a:avLst/>
          </a:prstGeom>
          <a:solidFill>
            <a:srgbClr val="F2CDC4"/>
          </a:solidFill>
          <a:ln w="198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360000" y="2412000"/>
            <a:ext cx="179280" cy="179280"/>
          </a:xfrm>
          <a:prstGeom prst="ellipse">
            <a:avLst/>
          </a:prstGeom>
          <a:solidFill>
            <a:srgbClr val="C7CED6"/>
          </a:solidFill>
          <a:ln w="180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1260000" y="2412000"/>
            <a:ext cx="179280" cy="179280"/>
          </a:xfrm>
          <a:prstGeom prst="ellipse">
            <a:avLst/>
          </a:prstGeom>
          <a:solidFill>
            <a:srgbClr val="E6C2B9"/>
          </a:solidFill>
          <a:ln w="180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446040" y="2628000"/>
            <a:ext cx="179280" cy="179280"/>
          </a:xfrm>
          <a:prstGeom prst="ellipse">
            <a:avLst/>
          </a:prstGeom>
          <a:solidFill>
            <a:srgbClr val="D3DAE3"/>
          </a:solidFill>
          <a:ln w="198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1173960" y="2628000"/>
            <a:ext cx="179280" cy="179280"/>
          </a:xfrm>
          <a:prstGeom prst="ellipse">
            <a:avLst/>
          </a:prstGeom>
          <a:solidFill>
            <a:srgbClr val="D9B8AF"/>
          </a:solidFill>
          <a:ln w="162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671040" y="2844000"/>
            <a:ext cx="179280" cy="179280"/>
          </a:xfrm>
          <a:prstGeom prst="ellipse">
            <a:avLst/>
          </a:prstGeom>
          <a:solidFill>
            <a:srgbClr val="DEE6EF"/>
          </a:solidFill>
          <a:ln w="216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6800" rIns="89640" bIns="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948960" y="2844000"/>
            <a:ext cx="179280" cy="179280"/>
          </a:xfrm>
          <a:prstGeom prst="ellipse">
            <a:avLst/>
          </a:prstGeom>
          <a:solidFill>
            <a:srgbClr val="CCADA5"/>
          </a:solidFill>
          <a:ln w="144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8200" tIns="43200" rIns="88200" bIns="43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948960" y="3060000"/>
            <a:ext cx="179280" cy="179280"/>
          </a:xfrm>
          <a:prstGeom prst="ellipse">
            <a:avLst/>
          </a:prstGeom>
          <a:solidFill>
            <a:srgbClr val="DEE6EF"/>
          </a:solidFill>
          <a:ln w="216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6800" rIns="89640" bIns="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671040" y="3060000"/>
            <a:ext cx="179280" cy="179280"/>
          </a:xfrm>
          <a:prstGeom prst="ellipse">
            <a:avLst/>
          </a:prstGeom>
          <a:solidFill>
            <a:srgbClr val="CCADA5"/>
          </a:solidFill>
          <a:ln w="144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8200" tIns="43200" rIns="88200" bIns="43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 flipH="1">
            <a:off x="1172520" y="3276000"/>
            <a:ext cx="179280" cy="179280"/>
          </a:xfrm>
          <a:prstGeom prst="ellipse">
            <a:avLst/>
          </a:prstGeom>
          <a:solidFill>
            <a:srgbClr val="D3DAE3"/>
          </a:solidFill>
          <a:ln w="198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 flipH="1">
            <a:off x="444600" y="3276000"/>
            <a:ext cx="179280" cy="179280"/>
          </a:xfrm>
          <a:prstGeom prst="ellipse">
            <a:avLst/>
          </a:prstGeom>
          <a:solidFill>
            <a:srgbClr val="D9B8AF"/>
          </a:solidFill>
          <a:ln w="162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 flipH="1">
            <a:off x="1258560" y="3492000"/>
            <a:ext cx="179280" cy="179280"/>
          </a:xfrm>
          <a:prstGeom prst="ellipse">
            <a:avLst/>
          </a:prstGeom>
          <a:solidFill>
            <a:srgbClr val="C7CED6"/>
          </a:solidFill>
          <a:ln w="180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 flipH="1">
            <a:off x="358560" y="3492000"/>
            <a:ext cx="179280" cy="179280"/>
          </a:xfrm>
          <a:prstGeom prst="ellipse">
            <a:avLst/>
          </a:prstGeom>
          <a:solidFill>
            <a:srgbClr val="E6C2B9"/>
          </a:solidFill>
          <a:ln w="180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 flipH="1">
            <a:off x="1172520" y="3708000"/>
            <a:ext cx="179280" cy="179280"/>
          </a:xfrm>
          <a:prstGeom prst="ellipse">
            <a:avLst/>
          </a:prstGeom>
          <a:solidFill>
            <a:srgbClr val="BCC2C9"/>
          </a:solidFill>
          <a:ln w="162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 flipH="1">
            <a:off x="444600" y="3708000"/>
            <a:ext cx="179280" cy="179280"/>
          </a:xfrm>
          <a:prstGeom prst="ellipse">
            <a:avLst/>
          </a:prstGeom>
          <a:solidFill>
            <a:srgbClr val="F2CDC4"/>
          </a:solidFill>
          <a:ln w="198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 flipH="1">
            <a:off x="947520" y="3924000"/>
            <a:ext cx="179280" cy="179280"/>
          </a:xfrm>
          <a:prstGeom prst="ellipse">
            <a:avLst/>
          </a:prstGeom>
          <a:solidFill>
            <a:srgbClr val="AFB6BD"/>
          </a:solidFill>
          <a:ln w="144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8200" tIns="43200" rIns="88200" bIns="43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 flipH="1">
            <a:off x="669600" y="3924000"/>
            <a:ext cx="179280" cy="179280"/>
          </a:xfrm>
          <a:prstGeom prst="ellipse">
            <a:avLst/>
          </a:prstGeom>
          <a:solidFill>
            <a:srgbClr val="FFD8CE"/>
          </a:solidFill>
          <a:ln w="216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6800" rIns="89640" bIns="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 flipH="1">
            <a:off x="669600" y="4140000"/>
            <a:ext cx="179280" cy="179280"/>
          </a:xfrm>
          <a:prstGeom prst="ellipse">
            <a:avLst/>
          </a:prstGeom>
          <a:solidFill>
            <a:srgbClr val="AFB6BD"/>
          </a:solidFill>
          <a:ln w="144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8200" tIns="43200" rIns="88200" bIns="43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 flipH="1">
            <a:off x="947520" y="4140000"/>
            <a:ext cx="179280" cy="179280"/>
          </a:xfrm>
          <a:prstGeom prst="ellipse">
            <a:avLst/>
          </a:prstGeom>
          <a:solidFill>
            <a:srgbClr val="FFD8CE"/>
          </a:solidFill>
          <a:ln w="216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6800" rIns="89640" bIns="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446040" y="4356000"/>
            <a:ext cx="179280" cy="179280"/>
          </a:xfrm>
          <a:prstGeom prst="ellipse">
            <a:avLst/>
          </a:prstGeom>
          <a:solidFill>
            <a:srgbClr val="BCC2C9"/>
          </a:solidFill>
          <a:ln w="162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/>
          <p:nvPr/>
        </p:nvSpPr>
        <p:spPr>
          <a:xfrm>
            <a:off x="1173960" y="4356000"/>
            <a:ext cx="179280" cy="179280"/>
          </a:xfrm>
          <a:prstGeom prst="ellipse">
            <a:avLst/>
          </a:prstGeom>
          <a:solidFill>
            <a:srgbClr val="F2CDC4"/>
          </a:solidFill>
          <a:ln w="198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360000" y="4572000"/>
            <a:ext cx="179280" cy="179280"/>
          </a:xfrm>
          <a:prstGeom prst="ellipse">
            <a:avLst/>
          </a:prstGeom>
          <a:solidFill>
            <a:srgbClr val="C7CED6"/>
          </a:solidFill>
          <a:ln w="180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1260000" y="4572000"/>
            <a:ext cx="179280" cy="179280"/>
          </a:xfrm>
          <a:prstGeom prst="ellipse">
            <a:avLst/>
          </a:prstGeom>
          <a:solidFill>
            <a:srgbClr val="E6C2B9"/>
          </a:solidFill>
          <a:ln w="180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446040" y="4788000"/>
            <a:ext cx="179280" cy="179280"/>
          </a:xfrm>
          <a:prstGeom prst="ellipse">
            <a:avLst/>
          </a:prstGeom>
          <a:solidFill>
            <a:srgbClr val="D3DAE3"/>
          </a:solidFill>
          <a:ln w="198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1173960" y="4788000"/>
            <a:ext cx="179280" cy="179280"/>
          </a:xfrm>
          <a:prstGeom prst="ellipse">
            <a:avLst/>
          </a:prstGeom>
          <a:solidFill>
            <a:srgbClr val="D9B8AF"/>
          </a:solidFill>
          <a:ln w="162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671040" y="5004000"/>
            <a:ext cx="179280" cy="179280"/>
          </a:xfrm>
          <a:prstGeom prst="ellipse">
            <a:avLst/>
          </a:prstGeom>
          <a:solidFill>
            <a:srgbClr val="DEE6EF"/>
          </a:solidFill>
          <a:ln w="216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6800" rIns="89640" bIns="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948960" y="5004000"/>
            <a:ext cx="179280" cy="179280"/>
          </a:xfrm>
          <a:prstGeom prst="ellipse">
            <a:avLst/>
          </a:prstGeom>
          <a:solidFill>
            <a:srgbClr val="CCADA5"/>
          </a:solidFill>
          <a:ln w="144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8200" tIns="43200" rIns="88200" bIns="43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948960" y="5220000"/>
            <a:ext cx="179280" cy="179280"/>
          </a:xfrm>
          <a:prstGeom prst="ellipse">
            <a:avLst/>
          </a:prstGeom>
          <a:solidFill>
            <a:srgbClr val="DEE6EF"/>
          </a:solidFill>
          <a:ln w="216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6800" rIns="89640" bIns="468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71040" y="5220000"/>
            <a:ext cx="179280" cy="179280"/>
          </a:xfrm>
          <a:prstGeom prst="ellipse">
            <a:avLst/>
          </a:prstGeom>
          <a:solidFill>
            <a:srgbClr val="CCADA5"/>
          </a:solidFill>
          <a:ln w="144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8200" tIns="43200" rIns="88200" bIns="432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 flipH="1">
            <a:off x="1172520" y="5436000"/>
            <a:ext cx="179280" cy="179280"/>
          </a:xfrm>
          <a:prstGeom prst="ellipse">
            <a:avLst/>
          </a:prstGeom>
          <a:solidFill>
            <a:srgbClr val="D3DAE3"/>
          </a:solidFill>
          <a:ln w="198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 flipH="1">
            <a:off x="444600" y="5436000"/>
            <a:ext cx="179280" cy="179280"/>
          </a:xfrm>
          <a:prstGeom prst="ellipse">
            <a:avLst/>
          </a:prstGeom>
          <a:solidFill>
            <a:srgbClr val="D9B8AF"/>
          </a:solidFill>
          <a:ln w="162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280" tIns="44280" rIns="89280" bIns="44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 flipH="1">
            <a:off x="1258560" y="5652000"/>
            <a:ext cx="179280" cy="179280"/>
          </a:xfrm>
          <a:prstGeom prst="ellipse">
            <a:avLst/>
          </a:prstGeom>
          <a:solidFill>
            <a:srgbClr val="C7CED6"/>
          </a:solidFill>
          <a:ln w="18000">
            <a:solidFill>
              <a:srgbClr val="2A60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 flipH="1">
            <a:off x="358560" y="5652000"/>
            <a:ext cx="179280" cy="179280"/>
          </a:xfrm>
          <a:prstGeom prst="ellipse">
            <a:avLst/>
          </a:prstGeom>
          <a:solidFill>
            <a:srgbClr val="E6C2B9"/>
          </a:solidFill>
          <a:ln w="18000">
            <a:solidFill>
              <a:srgbClr val="FF4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1620000" y="432000"/>
            <a:ext cx="8099280" cy="50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1620000" y="1368000"/>
            <a:ext cx="8099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1pPr>
            <a:lvl2pPr lvl="1" algn="l">
              <a:spcAft>
                <a:spcPts val="848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2pPr>
            <a:lvl3pPr lvl="2" algn="l"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3pPr>
            <a:lvl4pPr lvl="3" algn="l">
              <a:spcAft>
                <a:spcPts val="422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4pPr>
            <a:lvl5pPr lvl="4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5pPr>
            <a:lvl6pPr lvl="5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6pPr>
            <a:lvl7pPr lvl="6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7pPr>
          </a:lstStyle>
          <a:p>
            <a:pPr indent="-324000" algn="l"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spcAft>
                <a:spcPts val="848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Third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spcAft>
                <a:spcPts val="42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Fifth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Sixth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ftr" idx="1"/>
          </p:nvPr>
        </p:nvSpPr>
        <p:spPr>
          <a:xfrm>
            <a:off x="3987000" y="516492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sldNum" idx="2"/>
          </p:nvPr>
        </p:nvSpPr>
        <p:spPr>
          <a:xfrm>
            <a:off x="722700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C34D1F8-C9AE-4646-9E28-EFD54BF58CA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dt" idx="3"/>
          </p:nvPr>
        </p:nvSpPr>
        <p:spPr>
          <a:xfrm>
            <a:off x="158400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"/>
          <p:cNvGrpSpPr/>
          <p:nvPr/>
        </p:nvGrpSpPr>
        <p:grpSpPr>
          <a:xfrm>
            <a:off x="358560" y="36000"/>
            <a:ext cx="1080720" cy="5795280"/>
            <a:chOff x="358560" y="36000"/>
            <a:chExt cx="1080720" cy="5795280"/>
          </a:xfrm>
        </p:grpSpPr>
        <p:cxnSp>
          <p:nvCxnSpPr>
            <p:cNvPr id="92" name=""/>
            <p:cNvCxnSpPr>
              <a:stCxn id="93" idx="6"/>
              <a:endCxn id="94" idx="2"/>
            </p:cNvCxnSpPr>
            <p:nvPr/>
          </p:nvCxnSpPr>
          <p:spPr>
            <a:xfrm>
              <a:off x="625320" y="125640"/>
              <a:ext cx="54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95" name=""/>
            <p:cNvCxnSpPr>
              <a:stCxn id="96" idx="6"/>
              <a:endCxn id="97" idx="2"/>
            </p:cNvCxnSpPr>
            <p:nvPr/>
          </p:nvCxnSpPr>
          <p:spPr>
            <a:xfrm>
              <a:off x="539280" y="341640"/>
              <a:ext cx="72108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98" name=""/>
            <p:cNvCxnSpPr>
              <a:stCxn id="99" idx="6"/>
              <a:endCxn id="100" idx="2"/>
            </p:cNvCxnSpPr>
            <p:nvPr/>
          </p:nvCxnSpPr>
          <p:spPr>
            <a:xfrm>
              <a:off x="625320" y="557640"/>
              <a:ext cx="54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01" name=""/>
            <p:cNvCxnSpPr>
              <a:stCxn id="102" idx="6"/>
              <a:endCxn id="103" idx="2"/>
            </p:cNvCxnSpPr>
            <p:nvPr/>
          </p:nvCxnSpPr>
          <p:spPr>
            <a:xfrm>
              <a:off x="850320" y="773640"/>
              <a:ext cx="9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04" name=""/>
            <p:cNvCxnSpPr>
              <a:stCxn id="105" idx="6"/>
              <a:endCxn id="106" idx="2"/>
            </p:cNvCxnSpPr>
            <p:nvPr/>
          </p:nvCxnSpPr>
          <p:spPr>
            <a:xfrm>
              <a:off x="850320" y="989640"/>
              <a:ext cx="9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07" name=""/>
            <p:cNvCxnSpPr>
              <a:stCxn id="108" idx="6"/>
              <a:endCxn id="109" idx="2"/>
            </p:cNvCxnSpPr>
            <p:nvPr/>
          </p:nvCxnSpPr>
          <p:spPr>
            <a:xfrm rot="10800000">
              <a:off x="623880" y="1205640"/>
              <a:ext cx="549000" cy="360"/>
            </a:xfrm>
            <a:prstGeom prst="bentConnector5">
              <a:avLst>
                <a:gd name="adj1" fmla="val 17322"/>
                <a:gd name="adj2" fmla="val -24900000"/>
                <a:gd name="adj3" fmla="val 132677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10" name=""/>
            <p:cNvCxnSpPr>
              <a:stCxn id="111" idx="6"/>
              <a:endCxn id="112" idx="2"/>
            </p:cNvCxnSpPr>
            <p:nvPr/>
          </p:nvCxnSpPr>
          <p:spPr>
            <a:xfrm rot="10800000">
              <a:off x="537840" y="1421640"/>
              <a:ext cx="721080" cy="360"/>
            </a:xfrm>
            <a:prstGeom prst="bentConnector5">
              <a:avLst>
                <a:gd name="adj1" fmla="val 25124"/>
                <a:gd name="adj2" fmla="val -24900000"/>
                <a:gd name="adj3" fmla="val 124875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13" name=""/>
            <p:cNvCxnSpPr>
              <a:stCxn id="114" idx="6"/>
              <a:endCxn id="115" idx="2"/>
            </p:cNvCxnSpPr>
            <p:nvPr/>
          </p:nvCxnSpPr>
          <p:spPr>
            <a:xfrm rot="10800000">
              <a:off x="623880" y="1637640"/>
              <a:ext cx="549000" cy="360"/>
            </a:xfrm>
            <a:prstGeom prst="bentConnector5">
              <a:avLst>
                <a:gd name="adj1" fmla="val 17322"/>
                <a:gd name="adj2" fmla="val -24900000"/>
                <a:gd name="adj3" fmla="val 132677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16" name=""/>
            <p:cNvCxnSpPr>
              <a:stCxn id="117" idx="6"/>
              <a:endCxn id="118" idx="2"/>
            </p:cNvCxnSpPr>
            <p:nvPr/>
          </p:nvCxnSpPr>
          <p:spPr>
            <a:xfrm>
              <a:off x="848880" y="1853640"/>
              <a:ext cx="99000" cy="360"/>
            </a:xfrm>
            <a:prstGeom prst="bentConnector5">
              <a:avLst>
                <a:gd name="adj1" fmla="val -131751"/>
                <a:gd name="adj2" fmla="val -24900000"/>
                <a:gd name="adj3" fmla="val 281751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19" name=""/>
            <p:cNvCxnSpPr>
              <a:stCxn id="120" idx="6"/>
              <a:endCxn id="121" idx="2"/>
            </p:cNvCxnSpPr>
            <p:nvPr/>
          </p:nvCxnSpPr>
          <p:spPr>
            <a:xfrm>
              <a:off x="848880" y="2069640"/>
              <a:ext cx="99000" cy="360"/>
            </a:xfrm>
            <a:prstGeom prst="bentConnector5">
              <a:avLst>
                <a:gd name="adj1" fmla="val -131751"/>
                <a:gd name="adj2" fmla="val -24900000"/>
                <a:gd name="adj3" fmla="val 281751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22" name=""/>
            <p:cNvCxnSpPr>
              <a:stCxn id="123" idx="6"/>
              <a:endCxn id="124" idx="2"/>
            </p:cNvCxnSpPr>
            <p:nvPr/>
          </p:nvCxnSpPr>
          <p:spPr>
            <a:xfrm>
              <a:off x="625320" y="2285640"/>
              <a:ext cx="54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25" name=""/>
            <p:cNvCxnSpPr>
              <a:stCxn id="126" idx="6"/>
              <a:endCxn id="127" idx="2"/>
            </p:cNvCxnSpPr>
            <p:nvPr/>
          </p:nvCxnSpPr>
          <p:spPr>
            <a:xfrm>
              <a:off x="539280" y="2501640"/>
              <a:ext cx="72108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28" name=""/>
            <p:cNvCxnSpPr>
              <a:stCxn id="129" idx="6"/>
              <a:endCxn id="130" idx="2"/>
            </p:cNvCxnSpPr>
            <p:nvPr/>
          </p:nvCxnSpPr>
          <p:spPr>
            <a:xfrm>
              <a:off x="625320" y="2717640"/>
              <a:ext cx="54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31" name=""/>
            <p:cNvCxnSpPr>
              <a:stCxn id="132" idx="6"/>
              <a:endCxn id="133" idx="2"/>
            </p:cNvCxnSpPr>
            <p:nvPr/>
          </p:nvCxnSpPr>
          <p:spPr>
            <a:xfrm>
              <a:off x="850320" y="2933640"/>
              <a:ext cx="9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34" name=""/>
            <p:cNvCxnSpPr>
              <a:stCxn id="135" idx="6"/>
              <a:endCxn id="136" idx="2"/>
            </p:cNvCxnSpPr>
            <p:nvPr/>
          </p:nvCxnSpPr>
          <p:spPr>
            <a:xfrm>
              <a:off x="850320" y="3149640"/>
              <a:ext cx="9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37" name=""/>
            <p:cNvCxnSpPr>
              <a:stCxn id="138" idx="6"/>
              <a:endCxn id="139" idx="2"/>
            </p:cNvCxnSpPr>
            <p:nvPr/>
          </p:nvCxnSpPr>
          <p:spPr>
            <a:xfrm rot="10800000">
              <a:off x="623880" y="3365640"/>
              <a:ext cx="549000" cy="360"/>
            </a:xfrm>
            <a:prstGeom prst="bentConnector5">
              <a:avLst>
                <a:gd name="adj1" fmla="val 17322"/>
                <a:gd name="adj2" fmla="val -24900000"/>
                <a:gd name="adj3" fmla="val 132677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40" name=""/>
            <p:cNvCxnSpPr>
              <a:stCxn id="141" idx="6"/>
              <a:endCxn id="142" idx="2"/>
            </p:cNvCxnSpPr>
            <p:nvPr/>
          </p:nvCxnSpPr>
          <p:spPr>
            <a:xfrm rot="10800000">
              <a:off x="537840" y="3581640"/>
              <a:ext cx="721080" cy="360"/>
            </a:xfrm>
            <a:prstGeom prst="bentConnector5">
              <a:avLst>
                <a:gd name="adj1" fmla="val 25124"/>
                <a:gd name="adj2" fmla="val -24900000"/>
                <a:gd name="adj3" fmla="val 124875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43" name=""/>
            <p:cNvCxnSpPr>
              <a:stCxn id="144" idx="6"/>
              <a:endCxn id="145" idx="2"/>
            </p:cNvCxnSpPr>
            <p:nvPr/>
          </p:nvCxnSpPr>
          <p:spPr>
            <a:xfrm rot="10800000">
              <a:off x="623880" y="3797640"/>
              <a:ext cx="549000" cy="360"/>
            </a:xfrm>
            <a:prstGeom prst="bentConnector5">
              <a:avLst>
                <a:gd name="adj1" fmla="val 17322"/>
                <a:gd name="adj2" fmla="val -24900000"/>
                <a:gd name="adj3" fmla="val 132677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46" name=""/>
            <p:cNvCxnSpPr>
              <a:stCxn id="147" idx="6"/>
              <a:endCxn id="148" idx="2"/>
            </p:cNvCxnSpPr>
            <p:nvPr/>
          </p:nvCxnSpPr>
          <p:spPr>
            <a:xfrm>
              <a:off x="848880" y="4013640"/>
              <a:ext cx="99000" cy="360"/>
            </a:xfrm>
            <a:prstGeom prst="bentConnector5">
              <a:avLst>
                <a:gd name="adj1" fmla="val -131751"/>
                <a:gd name="adj2" fmla="val -24900000"/>
                <a:gd name="adj3" fmla="val 281751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49" name=""/>
            <p:cNvCxnSpPr>
              <a:stCxn id="150" idx="6"/>
              <a:endCxn id="151" idx="2"/>
            </p:cNvCxnSpPr>
            <p:nvPr/>
          </p:nvCxnSpPr>
          <p:spPr>
            <a:xfrm>
              <a:off x="848880" y="4229640"/>
              <a:ext cx="99000" cy="360"/>
            </a:xfrm>
            <a:prstGeom prst="bentConnector5">
              <a:avLst>
                <a:gd name="adj1" fmla="val -131751"/>
                <a:gd name="adj2" fmla="val -24900000"/>
                <a:gd name="adj3" fmla="val 281751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52" name=""/>
            <p:cNvCxnSpPr>
              <a:stCxn id="153" idx="6"/>
              <a:endCxn id="154" idx="2"/>
            </p:cNvCxnSpPr>
            <p:nvPr/>
          </p:nvCxnSpPr>
          <p:spPr>
            <a:xfrm>
              <a:off x="625320" y="4445640"/>
              <a:ext cx="54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55" name=""/>
            <p:cNvCxnSpPr>
              <a:stCxn id="156" idx="6"/>
              <a:endCxn id="157" idx="2"/>
            </p:cNvCxnSpPr>
            <p:nvPr/>
          </p:nvCxnSpPr>
          <p:spPr>
            <a:xfrm>
              <a:off x="539280" y="4661640"/>
              <a:ext cx="72108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58" name=""/>
            <p:cNvCxnSpPr>
              <a:stCxn id="159" idx="6"/>
              <a:endCxn id="160" idx="2"/>
            </p:cNvCxnSpPr>
            <p:nvPr/>
          </p:nvCxnSpPr>
          <p:spPr>
            <a:xfrm>
              <a:off x="625320" y="4877640"/>
              <a:ext cx="54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61" name=""/>
            <p:cNvCxnSpPr>
              <a:stCxn id="162" idx="6"/>
              <a:endCxn id="163" idx="2"/>
            </p:cNvCxnSpPr>
            <p:nvPr/>
          </p:nvCxnSpPr>
          <p:spPr>
            <a:xfrm>
              <a:off x="850320" y="5093640"/>
              <a:ext cx="9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64" name=""/>
            <p:cNvCxnSpPr>
              <a:stCxn id="165" idx="6"/>
              <a:endCxn id="166" idx="2"/>
            </p:cNvCxnSpPr>
            <p:nvPr/>
          </p:nvCxnSpPr>
          <p:spPr>
            <a:xfrm>
              <a:off x="850320" y="5309640"/>
              <a:ext cx="99000" cy="360"/>
            </a:xfrm>
            <a:prstGeom prst="bentConnector2">
              <a:avLst/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67" name=""/>
            <p:cNvCxnSpPr>
              <a:stCxn id="168" idx="6"/>
              <a:endCxn id="169" idx="2"/>
            </p:cNvCxnSpPr>
            <p:nvPr/>
          </p:nvCxnSpPr>
          <p:spPr>
            <a:xfrm rot="10800000">
              <a:off x="623880" y="5525640"/>
              <a:ext cx="549000" cy="360"/>
            </a:xfrm>
            <a:prstGeom prst="bentConnector5">
              <a:avLst>
                <a:gd name="adj1" fmla="val 17322"/>
                <a:gd name="adj2" fmla="val -24900000"/>
                <a:gd name="adj3" fmla="val 132677"/>
              </a:avLst>
            </a:prstGeom>
            <a:ln w="18000">
              <a:solidFill>
                <a:srgbClr val="2A6099"/>
              </a:solidFill>
              <a:round/>
            </a:ln>
          </p:spPr>
        </p:cxnSp>
        <p:cxnSp>
          <p:nvCxnSpPr>
            <p:cNvPr id="170" name=""/>
            <p:cNvCxnSpPr>
              <a:stCxn id="171" idx="6"/>
              <a:endCxn id="172" idx="2"/>
            </p:cNvCxnSpPr>
            <p:nvPr/>
          </p:nvCxnSpPr>
          <p:spPr>
            <a:xfrm rot="10800000">
              <a:off x="537840" y="5741640"/>
              <a:ext cx="721080" cy="360"/>
            </a:xfrm>
            <a:prstGeom prst="bentConnector5">
              <a:avLst>
                <a:gd name="adj1" fmla="val 25124"/>
                <a:gd name="adj2" fmla="val -24900000"/>
                <a:gd name="adj3" fmla="val 124875"/>
              </a:avLst>
            </a:prstGeom>
            <a:ln w="18000">
              <a:solidFill>
                <a:srgbClr val="2A6099"/>
              </a:solidFill>
              <a:round/>
            </a:ln>
          </p:spPr>
        </p:cxnSp>
        <p:sp>
          <p:nvSpPr>
            <p:cNvPr id="93" name=""/>
            <p:cNvSpPr/>
            <p:nvPr/>
          </p:nvSpPr>
          <p:spPr>
            <a:xfrm>
              <a:off x="446040" y="36000"/>
              <a:ext cx="179280" cy="17928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1173960" y="36000"/>
              <a:ext cx="179280" cy="17928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6" name=""/>
            <p:cNvSpPr/>
            <p:nvPr/>
          </p:nvSpPr>
          <p:spPr>
            <a:xfrm>
              <a:off x="360000" y="252000"/>
              <a:ext cx="179280" cy="17928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7" name=""/>
            <p:cNvSpPr/>
            <p:nvPr/>
          </p:nvSpPr>
          <p:spPr>
            <a:xfrm>
              <a:off x="1260000" y="252000"/>
              <a:ext cx="179280" cy="17928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9" name=""/>
            <p:cNvSpPr/>
            <p:nvPr/>
          </p:nvSpPr>
          <p:spPr>
            <a:xfrm>
              <a:off x="446040" y="468000"/>
              <a:ext cx="179280" cy="17928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0" name=""/>
            <p:cNvSpPr/>
            <p:nvPr/>
          </p:nvSpPr>
          <p:spPr>
            <a:xfrm>
              <a:off x="1173960" y="468000"/>
              <a:ext cx="179280" cy="17928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2" name=""/>
            <p:cNvSpPr/>
            <p:nvPr/>
          </p:nvSpPr>
          <p:spPr>
            <a:xfrm>
              <a:off x="671040" y="684000"/>
              <a:ext cx="179280" cy="17928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6800" rIns="8964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3" name=""/>
            <p:cNvSpPr/>
            <p:nvPr/>
          </p:nvSpPr>
          <p:spPr>
            <a:xfrm>
              <a:off x="948960" y="684000"/>
              <a:ext cx="179280" cy="17928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6" name=""/>
            <p:cNvSpPr/>
            <p:nvPr/>
          </p:nvSpPr>
          <p:spPr>
            <a:xfrm>
              <a:off x="948960" y="900000"/>
              <a:ext cx="179280" cy="17928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6800" rIns="8964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5" name=""/>
            <p:cNvSpPr/>
            <p:nvPr/>
          </p:nvSpPr>
          <p:spPr>
            <a:xfrm>
              <a:off x="671040" y="900000"/>
              <a:ext cx="179280" cy="17928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8" name=""/>
            <p:cNvSpPr/>
            <p:nvPr/>
          </p:nvSpPr>
          <p:spPr>
            <a:xfrm flipH="1">
              <a:off x="1172520" y="1116000"/>
              <a:ext cx="179280" cy="17928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9" name=""/>
            <p:cNvSpPr/>
            <p:nvPr/>
          </p:nvSpPr>
          <p:spPr>
            <a:xfrm flipH="1">
              <a:off x="444600" y="1116000"/>
              <a:ext cx="179280" cy="17928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1" name=""/>
            <p:cNvSpPr/>
            <p:nvPr/>
          </p:nvSpPr>
          <p:spPr>
            <a:xfrm flipH="1">
              <a:off x="1258560" y="1332000"/>
              <a:ext cx="179280" cy="17928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2" name=""/>
            <p:cNvSpPr/>
            <p:nvPr/>
          </p:nvSpPr>
          <p:spPr>
            <a:xfrm flipH="1">
              <a:off x="358560" y="1332000"/>
              <a:ext cx="179280" cy="17928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4" name=""/>
            <p:cNvSpPr/>
            <p:nvPr/>
          </p:nvSpPr>
          <p:spPr>
            <a:xfrm flipH="1">
              <a:off x="1172520" y="1548000"/>
              <a:ext cx="179280" cy="17928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5" name=""/>
            <p:cNvSpPr/>
            <p:nvPr/>
          </p:nvSpPr>
          <p:spPr>
            <a:xfrm flipH="1">
              <a:off x="444600" y="1548000"/>
              <a:ext cx="179280" cy="17928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7" name=""/>
            <p:cNvSpPr/>
            <p:nvPr/>
          </p:nvSpPr>
          <p:spPr>
            <a:xfrm flipH="1">
              <a:off x="947520" y="1764000"/>
              <a:ext cx="179280" cy="17928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18" name=""/>
            <p:cNvSpPr/>
            <p:nvPr/>
          </p:nvSpPr>
          <p:spPr>
            <a:xfrm flipH="1">
              <a:off x="669600" y="1764000"/>
              <a:ext cx="179280" cy="17928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6800" rIns="8964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1" name=""/>
            <p:cNvSpPr/>
            <p:nvPr/>
          </p:nvSpPr>
          <p:spPr>
            <a:xfrm flipH="1">
              <a:off x="669600" y="1980000"/>
              <a:ext cx="179280" cy="17928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0" name=""/>
            <p:cNvSpPr/>
            <p:nvPr/>
          </p:nvSpPr>
          <p:spPr>
            <a:xfrm flipH="1">
              <a:off x="947520" y="1980000"/>
              <a:ext cx="179280" cy="17928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6800" rIns="8964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3" name=""/>
            <p:cNvSpPr/>
            <p:nvPr/>
          </p:nvSpPr>
          <p:spPr>
            <a:xfrm>
              <a:off x="446040" y="2196000"/>
              <a:ext cx="179280" cy="17928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4" name=""/>
            <p:cNvSpPr/>
            <p:nvPr/>
          </p:nvSpPr>
          <p:spPr>
            <a:xfrm>
              <a:off x="1173960" y="2196000"/>
              <a:ext cx="179280" cy="17928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6" name=""/>
            <p:cNvSpPr/>
            <p:nvPr/>
          </p:nvSpPr>
          <p:spPr>
            <a:xfrm>
              <a:off x="360000" y="2412000"/>
              <a:ext cx="179280" cy="17928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7" name=""/>
            <p:cNvSpPr/>
            <p:nvPr/>
          </p:nvSpPr>
          <p:spPr>
            <a:xfrm>
              <a:off x="1260000" y="2412000"/>
              <a:ext cx="179280" cy="17928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9" name=""/>
            <p:cNvSpPr/>
            <p:nvPr/>
          </p:nvSpPr>
          <p:spPr>
            <a:xfrm>
              <a:off x="446040" y="2628000"/>
              <a:ext cx="179280" cy="17928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0" name=""/>
            <p:cNvSpPr/>
            <p:nvPr/>
          </p:nvSpPr>
          <p:spPr>
            <a:xfrm>
              <a:off x="1173960" y="2628000"/>
              <a:ext cx="179280" cy="17928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2" name=""/>
            <p:cNvSpPr/>
            <p:nvPr/>
          </p:nvSpPr>
          <p:spPr>
            <a:xfrm>
              <a:off x="671040" y="2844000"/>
              <a:ext cx="179280" cy="17928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6800" rIns="8964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3" name=""/>
            <p:cNvSpPr/>
            <p:nvPr/>
          </p:nvSpPr>
          <p:spPr>
            <a:xfrm>
              <a:off x="948960" y="2844000"/>
              <a:ext cx="179280" cy="17928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6" name=""/>
            <p:cNvSpPr/>
            <p:nvPr/>
          </p:nvSpPr>
          <p:spPr>
            <a:xfrm>
              <a:off x="948960" y="3060000"/>
              <a:ext cx="179280" cy="17928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6800" rIns="8964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5" name=""/>
            <p:cNvSpPr/>
            <p:nvPr/>
          </p:nvSpPr>
          <p:spPr>
            <a:xfrm>
              <a:off x="671040" y="3060000"/>
              <a:ext cx="179280" cy="17928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8" name=""/>
            <p:cNvSpPr/>
            <p:nvPr/>
          </p:nvSpPr>
          <p:spPr>
            <a:xfrm flipH="1">
              <a:off x="1172520" y="3276000"/>
              <a:ext cx="179280" cy="17928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9" name=""/>
            <p:cNvSpPr/>
            <p:nvPr/>
          </p:nvSpPr>
          <p:spPr>
            <a:xfrm flipH="1">
              <a:off x="444600" y="3276000"/>
              <a:ext cx="179280" cy="17928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1" name=""/>
            <p:cNvSpPr/>
            <p:nvPr/>
          </p:nvSpPr>
          <p:spPr>
            <a:xfrm flipH="1">
              <a:off x="1258560" y="3492000"/>
              <a:ext cx="179280" cy="17928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2" name=""/>
            <p:cNvSpPr/>
            <p:nvPr/>
          </p:nvSpPr>
          <p:spPr>
            <a:xfrm flipH="1">
              <a:off x="358560" y="3492000"/>
              <a:ext cx="179280" cy="17928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4" name=""/>
            <p:cNvSpPr/>
            <p:nvPr/>
          </p:nvSpPr>
          <p:spPr>
            <a:xfrm flipH="1">
              <a:off x="1172520" y="3708000"/>
              <a:ext cx="179280" cy="17928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5" name=""/>
            <p:cNvSpPr/>
            <p:nvPr/>
          </p:nvSpPr>
          <p:spPr>
            <a:xfrm flipH="1">
              <a:off x="444600" y="3708000"/>
              <a:ext cx="179280" cy="17928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7" name=""/>
            <p:cNvSpPr/>
            <p:nvPr/>
          </p:nvSpPr>
          <p:spPr>
            <a:xfrm flipH="1">
              <a:off x="947520" y="3924000"/>
              <a:ext cx="179280" cy="17928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8" name=""/>
            <p:cNvSpPr/>
            <p:nvPr/>
          </p:nvSpPr>
          <p:spPr>
            <a:xfrm flipH="1">
              <a:off x="669600" y="3924000"/>
              <a:ext cx="179280" cy="17928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6800" rIns="8964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1" name=""/>
            <p:cNvSpPr/>
            <p:nvPr/>
          </p:nvSpPr>
          <p:spPr>
            <a:xfrm flipH="1">
              <a:off x="669600" y="4140000"/>
              <a:ext cx="179280" cy="179280"/>
            </a:xfrm>
            <a:prstGeom prst="ellipse">
              <a:avLst/>
            </a:prstGeom>
            <a:solidFill>
              <a:srgbClr val="AFB6BD"/>
            </a:solidFill>
            <a:ln w="144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0" name=""/>
            <p:cNvSpPr/>
            <p:nvPr/>
          </p:nvSpPr>
          <p:spPr>
            <a:xfrm flipH="1">
              <a:off x="947520" y="4140000"/>
              <a:ext cx="179280" cy="179280"/>
            </a:xfrm>
            <a:prstGeom prst="ellipse">
              <a:avLst/>
            </a:prstGeom>
            <a:solidFill>
              <a:srgbClr val="FFD8CE"/>
            </a:solidFill>
            <a:ln w="216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6800" rIns="8964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3" name=""/>
            <p:cNvSpPr/>
            <p:nvPr/>
          </p:nvSpPr>
          <p:spPr>
            <a:xfrm>
              <a:off x="446040" y="4356000"/>
              <a:ext cx="179280" cy="179280"/>
            </a:xfrm>
            <a:prstGeom prst="ellipse">
              <a:avLst/>
            </a:prstGeom>
            <a:solidFill>
              <a:srgbClr val="BCC2C9"/>
            </a:solidFill>
            <a:ln w="162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4" name=""/>
            <p:cNvSpPr/>
            <p:nvPr/>
          </p:nvSpPr>
          <p:spPr>
            <a:xfrm>
              <a:off x="1173960" y="4356000"/>
              <a:ext cx="179280" cy="179280"/>
            </a:xfrm>
            <a:prstGeom prst="ellipse">
              <a:avLst/>
            </a:prstGeom>
            <a:solidFill>
              <a:srgbClr val="F2CDC4"/>
            </a:solidFill>
            <a:ln w="198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6" name=""/>
            <p:cNvSpPr/>
            <p:nvPr/>
          </p:nvSpPr>
          <p:spPr>
            <a:xfrm>
              <a:off x="360000" y="4572000"/>
              <a:ext cx="179280" cy="17928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7" name=""/>
            <p:cNvSpPr/>
            <p:nvPr/>
          </p:nvSpPr>
          <p:spPr>
            <a:xfrm>
              <a:off x="1260000" y="4572000"/>
              <a:ext cx="179280" cy="17928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9" name=""/>
            <p:cNvSpPr/>
            <p:nvPr/>
          </p:nvSpPr>
          <p:spPr>
            <a:xfrm>
              <a:off x="446040" y="4788000"/>
              <a:ext cx="179280" cy="17928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0" name=""/>
            <p:cNvSpPr/>
            <p:nvPr/>
          </p:nvSpPr>
          <p:spPr>
            <a:xfrm>
              <a:off x="1173960" y="4788000"/>
              <a:ext cx="179280" cy="17928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2" name=""/>
            <p:cNvSpPr/>
            <p:nvPr/>
          </p:nvSpPr>
          <p:spPr>
            <a:xfrm>
              <a:off x="671040" y="5004000"/>
              <a:ext cx="179280" cy="17928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6800" rIns="8964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3" name=""/>
            <p:cNvSpPr/>
            <p:nvPr/>
          </p:nvSpPr>
          <p:spPr>
            <a:xfrm>
              <a:off x="948960" y="5004000"/>
              <a:ext cx="179280" cy="17928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6" name=""/>
            <p:cNvSpPr/>
            <p:nvPr/>
          </p:nvSpPr>
          <p:spPr>
            <a:xfrm>
              <a:off x="948960" y="5220000"/>
              <a:ext cx="179280" cy="179280"/>
            </a:xfrm>
            <a:prstGeom prst="ellipse">
              <a:avLst/>
            </a:prstGeom>
            <a:solidFill>
              <a:srgbClr val="DEE6EF"/>
            </a:solidFill>
            <a:ln w="216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6800" rIns="89640" bIns="468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5" name=""/>
            <p:cNvSpPr/>
            <p:nvPr/>
          </p:nvSpPr>
          <p:spPr>
            <a:xfrm>
              <a:off x="671040" y="5220000"/>
              <a:ext cx="179280" cy="179280"/>
            </a:xfrm>
            <a:prstGeom prst="ellipse">
              <a:avLst/>
            </a:prstGeom>
            <a:solidFill>
              <a:srgbClr val="CCADA5"/>
            </a:solidFill>
            <a:ln w="144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8200" tIns="43200" rIns="88200" bIns="432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8" name=""/>
            <p:cNvSpPr/>
            <p:nvPr/>
          </p:nvSpPr>
          <p:spPr>
            <a:xfrm flipH="1">
              <a:off x="1172520" y="5436000"/>
              <a:ext cx="179280" cy="179280"/>
            </a:xfrm>
            <a:prstGeom prst="ellipse">
              <a:avLst/>
            </a:prstGeom>
            <a:solidFill>
              <a:srgbClr val="D3DAE3"/>
            </a:solidFill>
            <a:ln w="198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9" name=""/>
            <p:cNvSpPr/>
            <p:nvPr/>
          </p:nvSpPr>
          <p:spPr>
            <a:xfrm flipH="1">
              <a:off x="444600" y="5436000"/>
              <a:ext cx="179280" cy="179280"/>
            </a:xfrm>
            <a:prstGeom prst="ellipse">
              <a:avLst/>
            </a:prstGeom>
            <a:solidFill>
              <a:srgbClr val="D9B8AF"/>
            </a:solidFill>
            <a:ln w="162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280" tIns="44280" rIns="89280" bIns="4428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71" name=""/>
            <p:cNvSpPr/>
            <p:nvPr/>
          </p:nvSpPr>
          <p:spPr>
            <a:xfrm flipH="1">
              <a:off x="1258560" y="5652000"/>
              <a:ext cx="179280" cy="179280"/>
            </a:xfrm>
            <a:prstGeom prst="ellipse">
              <a:avLst/>
            </a:prstGeom>
            <a:solidFill>
              <a:srgbClr val="C7CED6"/>
            </a:solidFill>
            <a:ln w="18000">
              <a:solidFill>
                <a:srgbClr val="2A60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72" name=""/>
            <p:cNvSpPr/>
            <p:nvPr/>
          </p:nvSpPr>
          <p:spPr>
            <a:xfrm flipH="1">
              <a:off x="358560" y="5652000"/>
              <a:ext cx="179280" cy="179280"/>
            </a:xfrm>
            <a:prstGeom prst="ellipse">
              <a:avLst/>
            </a:prstGeom>
            <a:solidFill>
              <a:srgbClr val="E6C2B9"/>
            </a:solidFill>
            <a:ln w="18000">
              <a:solidFill>
                <a:srgbClr val="FF4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89640" tIns="45000" rIns="8964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1620000" y="432000"/>
            <a:ext cx="8099280" cy="50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tabLst>
                <a:tab pos="0" algn="l"/>
              </a:tabLst>
              <a:def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ftr" idx="4"/>
          </p:nvPr>
        </p:nvSpPr>
        <p:spPr>
          <a:xfrm>
            <a:off x="3987000" y="516492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5"/>
          </p:nvPr>
        </p:nvSpPr>
        <p:spPr>
          <a:xfrm>
            <a:off x="722700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88C9089-ACC5-42D1-8B69-F82856E35EC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PlaceHolder 4"/>
          <p:cNvSpPr>
            <a:spLocks noGrp="1"/>
          </p:cNvSpPr>
          <p:nvPr>
            <p:ph type="dt" idx="6"/>
          </p:nvPr>
        </p:nvSpPr>
        <p:spPr>
          <a:xfrm>
            <a:off x="1584000" y="516492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  <a:def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1pPr>
            <a:lvl2pPr lvl="1" algn="l">
              <a:spcAft>
                <a:spcPts val="848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2pPr>
            <a:lvl3pPr lvl="2" algn="l"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3pPr>
            <a:lvl4pPr lvl="3" algn="l">
              <a:spcAft>
                <a:spcPts val="422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4pPr>
            <a:lvl5pPr lvl="4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5pPr>
            <a:lvl6pPr lvl="5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6pPr>
            <a:lvl7pPr lvl="6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defRPr>
            </a:lvl7pPr>
          </a:lstStyle>
          <a:p>
            <a:pPr indent="-324000" algn="l"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spcAft>
                <a:spcPts val="848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Third Outline Level</a:t>
            </a:r>
            <a:endParaRPr lang="en-US" sz="18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spcAft>
                <a:spcPts val="42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15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Fifth Outline Level</a:t>
            </a:r>
            <a:endParaRPr lang="en-US" sz="15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Sixth Outline Level</a:t>
            </a:r>
            <a:endParaRPr lang="en-US" sz="15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spcAft>
                <a:spcPts val="21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15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github.com/ncsa/llmflux-workshop" TargetMode="External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LLMFlux: Batch Processing with LLMs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subTitle"/>
          </p:nvPr>
        </p:nvSpPr>
        <p:spPr>
          <a:xfrm>
            <a:off x="2644200" y="2285280"/>
            <a:ext cx="5584680" cy="182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Aft>
                <a:spcPts val="1060"/>
              </a:spcAft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Joshua Allen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Aft>
                <a:spcPts val="1060"/>
              </a:spcAft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Senior Research Programmer, NCSA Genomics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Aft>
                <a:spcPts val="1060"/>
              </a:spcAft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10/6/2026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Aft>
                <a:spcPts val="1060"/>
              </a:spcAft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NCSA AI/HPC Regional Workshop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4948560" y="2719440"/>
            <a:ext cx="180000" cy="22932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4948560" y="2719440"/>
            <a:ext cx="180000" cy="22932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4" name="Google Shape;513;p50"/>
          <p:cNvPicPr/>
          <p:nvPr/>
        </p:nvPicPr>
        <p:blipFill>
          <a:blip r:embed="rId1"/>
          <a:srcRect l="0" t="9738" r="0" b="0"/>
          <a:stretch/>
        </p:blipFill>
        <p:spPr>
          <a:xfrm>
            <a:off x="2557440" y="5047920"/>
            <a:ext cx="387360" cy="43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Google Shape;514;p50"/>
          <p:cNvSpPr/>
          <p:nvPr/>
        </p:nvSpPr>
        <p:spPr>
          <a:xfrm>
            <a:off x="2945520" y="5181120"/>
            <a:ext cx="619776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90000" bIns="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000" b="1" u="none" strike="noStrike">
                <a:solidFill>
                  <a:srgbClr val="09274D"/>
                </a:solidFill>
                <a:effectLst/>
                <a:uFillTx/>
                <a:latin typeface="Source Sans Pro"/>
                <a:ea typeface="Source Sans Pro"/>
              </a:rPr>
              <a:t>NCSA</a:t>
            </a:r>
            <a:r>
              <a:rPr lang="en" sz="1000" b="0" u="none" strike="noStrike">
                <a:solidFill>
                  <a:srgbClr val="FFFFFF"/>
                </a:solidFill>
                <a:effectLst/>
                <a:uFillTx/>
                <a:latin typeface="Source Sans Pro"/>
                <a:ea typeface="Source Sans Pro"/>
              </a:rPr>
              <a:t> </a:t>
            </a:r>
            <a:r>
              <a:rPr lang="en" sz="1000" b="0" u="none" strike="noStrike">
                <a:solidFill>
                  <a:srgbClr val="13294B"/>
                </a:solidFill>
                <a:effectLst/>
                <a:uFillTx/>
                <a:latin typeface="Source Sans Pro"/>
                <a:ea typeface="Source Sans Pro"/>
              </a:rPr>
              <a:t> </a:t>
            </a:r>
            <a:r>
              <a:rPr lang="en" sz="1000" b="0" u="none" strike="noStrike">
                <a:solidFill>
                  <a:srgbClr val="FF5F05"/>
                </a:solidFill>
                <a:effectLst/>
                <a:uFillTx/>
                <a:latin typeface="Source Sans Pro"/>
                <a:ea typeface="Source Sans Pro"/>
              </a:rPr>
              <a:t>|</a:t>
            </a:r>
            <a:r>
              <a:rPr lang="en" sz="1000" b="0" u="none" strike="noStrike">
                <a:solidFill>
                  <a:srgbClr val="FFFFFF"/>
                </a:solidFill>
                <a:effectLst/>
                <a:uFillTx/>
                <a:latin typeface="Source Sans Pro"/>
                <a:ea typeface="Source Sans Pro"/>
              </a:rPr>
              <a:t>  </a:t>
            </a:r>
            <a:r>
              <a:rPr lang="en" sz="1000" b="1" u="none" strike="noStrike">
                <a:solidFill>
                  <a:srgbClr val="09274D"/>
                </a:solidFill>
                <a:effectLst/>
                <a:uFillTx/>
                <a:latin typeface="Source Sans Pro"/>
                <a:ea typeface="Source Sans Pro"/>
              </a:rPr>
              <a:t>ILLINOIS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AA4B980-505C-4797-99FB-0E32E6FFB2A7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1620000" y="215640"/>
            <a:ext cx="8099280" cy="936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How AI is used Practically today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1828800" y="1371600"/>
            <a:ext cx="820944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324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Annotate thousands of photos from the web site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24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Protein structure prediction (AlphaFold)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24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Generate synthetic data (hundreds of records for each of millions of patients)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24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Analyze thousands of imaging files and make diagnostic predictions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324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Assist RSEs in writing </a:t>
            </a:r>
            <a:br>
              <a:rPr sz="2400"/>
            </a:b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research software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pic>
        <p:nvPicPr>
          <p:cNvPr id="188" name="Picture 26"/>
          <p:cNvPicPr/>
          <p:nvPr/>
        </p:nvPicPr>
        <p:blipFill>
          <a:blip r:embed="rId1"/>
          <a:stretch/>
        </p:blipFill>
        <p:spPr>
          <a:xfrm>
            <a:off x="5715000" y="3657600"/>
            <a:ext cx="3840480" cy="1513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9" name="Picture 1"/>
          <p:cNvPicPr/>
          <p:nvPr/>
        </p:nvPicPr>
        <p:blipFill>
          <a:blip r:embed="rId2"/>
          <a:stretch/>
        </p:blipFill>
        <p:spPr>
          <a:xfrm>
            <a:off x="5943600" y="3657600"/>
            <a:ext cx="3657600" cy="144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AC9548-EA01-4890-894D-3D12F64B56D0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1620000" y="2286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File after File after File etc.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1600200" y="1943640"/>
            <a:ext cx="5485680" cy="913680"/>
          </a:xfrm>
          <a:prstGeom prst="rect">
            <a:avLst/>
          </a:prstGeom>
          <a:noFill/>
          <a:ln w="0">
            <a:noFill/>
          </a:ln>
        </p:spPr>
        <p:txBody>
          <a:bodyPr numCol="2" spcCol="0" lIns="0" tIns="0" rIns="0" bIns="0" anchor="t">
            <a:normAutofit/>
          </a:bodyPr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Reads data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BAMs 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Vcf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BigWig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1591920" y="1491840"/>
            <a:ext cx="7085880" cy="40968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Genomics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1600200" y="2743200"/>
            <a:ext cx="2971080" cy="265068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Financial Records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Survey Forms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Patient Records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Scan Data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>
              <a:lnSpc>
                <a:spcPct val="100000"/>
              </a:lnSpc>
              <a:spcAft>
                <a:spcPts val="1009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MRI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"/>
          <p:cNvPicPr/>
          <p:nvPr/>
        </p:nvPicPr>
        <p:blipFill>
          <a:blip r:embed="rId1"/>
          <a:stretch/>
        </p:blipFill>
        <p:spPr>
          <a:xfrm>
            <a:off x="4845240" y="2971800"/>
            <a:ext cx="3383640" cy="225324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44C720-C9D6-49E8-AABB-C12BB1D92645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LLM services (at UIUC)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1600200" y="1371600"/>
            <a:ext cx="8099280" cy="397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Illinois Chat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Ask a model direct questions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Get answers with citations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LLMHub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Always on chat models that you interact with via API or a Frontend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Arbitrary models, several model styles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LLMFlux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Runs in the background, applies the same process to many inputs at once, then releases the GPU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pic>
        <p:nvPicPr>
          <p:cNvPr id="197" name=""/>
          <p:cNvPicPr/>
          <p:nvPr/>
        </p:nvPicPr>
        <p:blipFill>
          <a:blip r:embed="rId1"/>
          <a:stretch/>
        </p:blipFill>
        <p:spPr>
          <a:xfrm>
            <a:off x="5715000" y="1160280"/>
            <a:ext cx="4114440" cy="181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FB93DA-E061-4526-9A15-F62B2E59A1D7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Enter Batch Processing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1600200" y="1445040"/>
            <a:ext cx="8228880" cy="312624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  <a:ea typeface="DejaVu Sans"/>
              </a:rPr>
              <a:t>┌─────────┐   ┌─────────┐   ┌─────────┐   ┌─────────┐   ┌─────────┐   ┌──────────┐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  <a:ea typeface="DejaVu Sans"/>
              </a:rPr>
              <a:t>│Your data│──▶│ Prompts │──▶│ Model   │──▶│ Answers │──▶│ Checks  │──▶│ Analysis 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  <a:ea typeface="DejaVu Sans"/>
              </a:rPr>
              <a:t>│CSV, text│   │ (JSONL) │   │on a GPU │   │ (JSON)  │   │         │   │          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  <a:ea typeface="DejaVu Sans"/>
              </a:rPr>
              <a:t>└─────────┘   └─────────┘   └─────────┘   └─────────┘   └─────────┘   └──────────┘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  <a:ea typeface="DejaVu Sans"/>
              </a:rPr>
              <a:t>└──────── you ────────┘     └ LLMFlux ┘   └──────────────── you ─────────────────┘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DejaVu Sans Mono"/>
                <a:ea typeface="DejaVu Sans"/>
              </a:rPr>
              <a:t>   make_prompts.py          llmflux run     show_results.py, then your usual tools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" name=""/>
          <p:cNvPicPr/>
          <p:nvPr/>
        </p:nvPicPr>
        <p:blipFill>
          <a:blip r:embed="rId1"/>
          <a:stretch/>
        </p:blipFill>
        <p:spPr>
          <a:xfrm>
            <a:off x="3657600" y="3157200"/>
            <a:ext cx="3428640" cy="187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1" name=""/>
          <p:cNvPicPr/>
          <p:nvPr/>
        </p:nvPicPr>
        <p:blipFill>
          <a:blip r:embed="rId2"/>
          <a:stretch/>
        </p:blipFill>
        <p:spPr>
          <a:xfrm>
            <a:off x="3429000" y="2971800"/>
            <a:ext cx="4114440" cy="224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FF2CA3C-BA71-45AA-9B80-7F8C58F10FDC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Design Interactively, Run in Batch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Set up the prompt interactively on a chat for a subset of examples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Translate the prompt to JSONL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Process 50,000 samples in one go in bulk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40A2FA-528B-4B06-9B17-55612E072986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Under the Hood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1620000" y="1969560"/>
            <a:ext cx="8099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SLURM assigns GPU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Container with the software embedded starts on GPU node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Inference engine (vLLM) loads the weights in GPU memory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Each request is processed by the model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Answers written out in JSON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GPU node released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3429000" y="1257120"/>
            <a:ext cx="4294800" cy="34236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login node → Slurm → GPU node → results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"/>
          <p:cNvPicPr/>
          <p:nvPr/>
        </p:nvPicPr>
        <p:blipFill>
          <a:blip r:embed="rId1"/>
          <a:stretch/>
        </p:blipFill>
        <p:spPr>
          <a:xfrm>
            <a:off x="5943600" y="3990240"/>
            <a:ext cx="2742840" cy="132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0CD2C4-AD21-4514-91B1-A413A99371FD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Why LLMFlux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9999"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All the previous can be down manually: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Build a Slurm script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Find, build, load a container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Start an inference engine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Query the engine for updates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Set up automatic retries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Partial progress save on failure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Or you can run a single command: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`llmflux run --model Qwen2.5-7B-Instruct --input prompts.jsonl`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92E5FD-1EE5-47EE-B733-F570618BAC5B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How do I fine-tune the results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280" cy="3889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Training on labeled data and fine-tuning is an iterative and expensive process. Try these methods first: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Prompt tuning – rewrite the prompt with a couple of examples on the same data, try in a chat window first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Give the model full reference text – model input is much cheaper than model output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Change model – A larger or more specialized model may work better on your data than a smaller general purpose model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If those fail, then may want to fine tune the training: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Train a model on your own labeled examples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Requires data, separate training methods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Pass new Model into LLMFlux via a custom config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5032A1-0EBD-4E0E-A997-281C1641E762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Results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546624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Most of the compute time is loading the model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Once the model is loaded, it takes only minutes to process many input files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Batch submission is very efficient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pic>
        <p:nvPicPr>
          <p:cNvPr id="214" name=""/>
          <p:cNvPicPr/>
          <p:nvPr/>
        </p:nvPicPr>
        <p:blipFill>
          <a:blip r:embed="rId1"/>
          <a:stretch/>
        </p:blipFill>
        <p:spPr>
          <a:xfrm>
            <a:off x="7259400" y="1390320"/>
            <a:ext cx="2341440" cy="3181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588B48-697B-4F66-A508-1B74C1CA9539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Analyzing the Output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280" cy="328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48/48 replies usable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Format Checks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Checking if it’s a valid JSON, requested output appears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Can be done programmatically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Correctness Checks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P09 - The method actually contains text from the abstract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8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P06 – Null passed as a string</a:t>
            </a:r>
            <a:endParaRPr lang="en-US" sz="21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671383-0526-4F63-967A-252987DE8780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1620000" y="216000"/>
            <a:ext cx="8099280" cy="93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Try it for yourself!</a:t>
            </a:r>
            <a:endParaRPr lang="en-US" sz="33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PlaceHolder 2"/>
          <p:cNvSpPr>
            <a:spLocks noGrp="1"/>
          </p:cNvSpPr>
          <p:nvPr>
            <p:ph/>
          </p:nvPr>
        </p:nvSpPr>
        <p:spPr>
          <a:xfrm>
            <a:off x="1620000" y="1368000"/>
            <a:ext cx="8099280" cy="46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0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50505"/>
                </a:solidFill>
                <a:effectLst/>
                <a:uFillTx/>
                <a:latin typeface="Times New Roman"/>
              </a:rPr>
              <a:t>Interactive demo: </a:t>
            </a:r>
            <a:r>
              <a:rPr lang="en-US" sz="2400" b="0" u="none" strike="noStrike">
                <a:solidFill>
                  <a:srgbClr val="0000EE"/>
                </a:solidFill>
                <a:effectLst/>
                <a:uFillTx/>
                <a:latin typeface="Times New Roman"/>
                <a:hlinkClick r:id="rId1"/>
              </a:rPr>
              <a:t>https://github.com/ncsa/llmflux-workshop</a:t>
            </a: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  <a:p>
            <a:pPr marL="432000" indent="0" algn="l">
              <a:lnSpc>
                <a:spcPct val="100000"/>
              </a:lnSpc>
              <a:spcAft>
                <a:spcPts val="1060"/>
              </a:spcAft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50505"/>
              </a:solidFill>
              <a:effectLst/>
              <a:uFillTx/>
              <a:latin typeface="Times New Roman"/>
            </a:endParaRPr>
          </a:p>
        </p:txBody>
      </p:sp>
      <p:pic>
        <p:nvPicPr>
          <p:cNvPr id="219" name=""/>
          <p:cNvPicPr/>
          <p:nvPr/>
        </p:nvPicPr>
        <p:blipFill>
          <a:blip r:embed="rId2"/>
          <a:stretch/>
        </p:blipFill>
        <p:spPr>
          <a:xfrm>
            <a:off x="3429000" y="1999440"/>
            <a:ext cx="3029040" cy="302904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41CF6D-03A3-4BB8-95EB-2C2E7FDD5D32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Application>LibreOffice/26.2.5.2$Linux_X86_64 LibreOffice_project/6d2b0d33fb0f5da53a12f98bed3e9973e56ff1f0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2026-10-02T21:59:34Z</dcterms:created>
  <dc:creator/>
  <dc:description>This work is licensed under a Creative Commons 0 License.
It makes use of the works of Alexander Wilms.</dc:description>
  <dc:language>en-US</dc:language>
  <cp:lastModifiedBy/>
  <cp:lastPrinted>2026-10-05T15:22:15Z</cp:lastPrinted>
  <dcterms:modified xsi:type="dcterms:W3CDTF">2026-10-05T15:28:14Z</dcterms:modified>
  <cp:revision>8</cp:revision>
  <dc:subject/>
  <dc:title>DNA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